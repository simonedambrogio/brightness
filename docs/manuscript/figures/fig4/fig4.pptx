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6" r:id="rId2"/>
  </p:sldIdLst>
  <p:sldSz cx="11879263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" userDrawn="1">
          <p15:clr>
            <a:srgbClr val="A4A3A4"/>
          </p15:clr>
        </p15:guide>
        <p15:guide id="2" pos="1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EA1F79"/>
    <a:srgbClr val="03A99F"/>
    <a:srgbClr val="FFAB00"/>
    <a:srgbClr val="2077B4"/>
    <a:srgbClr val="FF7F0F"/>
    <a:srgbClr val="B5D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7"/>
    <p:restoredTop sz="94699"/>
  </p:normalViewPr>
  <p:slideViewPr>
    <p:cSldViewPr snapToGrid="0" showGuides="1">
      <p:cViewPr varScale="1">
        <p:scale>
          <a:sx n="103" d="100"/>
          <a:sy n="103" d="100"/>
        </p:scale>
        <p:origin x="2320" y="168"/>
      </p:cViewPr>
      <p:guideLst>
        <p:guide orient="horz" pos="57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63906-C832-264E-AD66-490A3D8F9B00}" type="datetimeFigureOut">
              <a:rPr lang="en-US" smtClean="0"/>
              <a:t>7/4/25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73225" y="1143000"/>
            <a:ext cx="3511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38B89-7FB0-F749-8110-DEB7F07B4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6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73225" y="1143000"/>
            <a:ext cx="35115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38B89-7FB0-F749-8110-DEB7F07B4C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42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945" y="1708486"/>
            <a:ext cx="10097374" cy="3634458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5483102"/>
            <a:ext cx="8909447" cy="2520438"/>
          </a:xfrm>
        </p:spPr>
        <p:txBody>
          <a:bodyPr/>
          <a:lstStyle>
            <a:lvl1pPr marL="0" indent="0" algn="ctr">
              <a:buNone/>
              <a:defRPr sz="3118"/>
            </a:lvl1pPr>
            <a:lvl2pPr marL="593949" indent="0" algn="ctr">
              <a:buNone/>
              <a:defRPr sz="2598"/>
            </a:lvl2pPr>
            <a:lvl3pPr marL="1187897" indent="0" algn="ctr">
              <a:buNone/>
              <a:defRPr sz="2338"/>
            </a:lvl3pPr>
            <a:lvl4pPr marL="1781846" indent="0" algn="ctr">
              <a:buNone/>
              <a:defRPr sz="2079"/>
            </a:lvl4pPr>
            <a:lvl5pPr marL="2375794" indent="0" algn="ctr">
              <a:buNone/>
              <a:defRPr sz="2079"/>
            </a:lvl5pPr>
            <a:lvl6pPr marL="2969743" indent="0" algn="ctr">
              <a:buNone/>
              <a:defRPr sz="2079"/>
            </a:lvl6pPr>
            <a:lvl7pPr marL="3563691" indent="0" algn="ctr">
              <a:buNone/>
              <a:defRPr sz="2079"/>
            </a:lvl7pPr>
            <a:lvl8pPr marL="4157640" indent="0" algn="ctr">
              <a:buNone/>
              <a:defRPr sz="2079"/>
            </a:lvl8pPr>
            <a:lvl9pPr marL="4751588" indent="0" algn="ctr">
              <a:buNone/>
              <a:defRPr sz="207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3" y="2602603"/>
            <a:ext cx="10245864" cy="4342500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3" y="6986185"/>
            <a:ext cx="10245864" cy="2283618"/>
          </a:xfrm>
        </p:spPr>
        <p:txBody>
          <a:bodyPr/>
          <a:lstStyle>
            <a:lvl1pPr marL="0" indent="0">
              <a:buNone/>
              <a:defRPr sz="3118">
                <a:solidFill>
                  <a:schemeClr val="tx1">
                    <a:tint val="82000"/>
                  </a:schemeClr>
                </a:solidFill>
              </a:defRPr>
            </a:lvl1pPr>
            <a:lvl2pPr marL="593949" indent="0">
              <a:buNone/>
              <a:defRPr sz="2598">
                <a:solidFill>
                  <a:schemeClr val="tx1">
                    <a:tint val="82000"/>
                  </a:schemeClr>
                </a:solidFill>
              </a:defRPr>
            </a:lvl2pPr>
            <a:lvl3pPr marL="1187897" indent="0">
              <a:buNone/>
              <a:defRPr sz="2338">
                <a:solidFill>
                  <a:schemeClr val="tx1">
                    <a:tint val="82000"/>
                  </a:schemeClr>
                </a:solidFill>
              </a:defRPr>
            </a:lvl3pPr>
            <a:lvl4pPr marL="1781846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4pPr>
            <a:lvl5pPr marL="2375794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5pPr>
            <a:lvl6pPr marL="2969743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6pPr>
            <a:lvl7pPr marL="356369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7pPr>
            <a:lvl8pPr marL="415764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8pPr>
            <a:lvl9pPr marL="4751588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2779007"/>
            <a:ext cx="5048687" cy="66237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2779007"/>
            <a:ext cx="5048687" cy="66237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555804"/>
            <a:ext cx="10245864" cy="201780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8" y="2559104"/>
            <a:ext cx="5025484" cy="1254177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8" y="3813281"/>
            <a:ext cx="5025484" cy="56087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8" y="2559104"/>
            <a:ext cx="5050234" cy="1254177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8" y="3813281"/>
            <a:ext cx="5050234" cy="56087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4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7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3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695960"/>
            <a:ext cx="3831372" cy="2435860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503083"/>
            <a:ext cx="6013877" cy="7418740"/>
          </a:xfrm>
        </p:spPr>
        <p:txBody>
          <a:bodyPr/>
          <a:lstStyle>
            <a:lvl1pPr>
              <a:defRPr sz="4157"/>
            </a:lvl1pPr>
            <a:lvl2pPr>
              <a:defRPr sz="3637"/>
            </a:lvl2pPr>
            <a:lvl3pPr>
              <a:defRPr sz="3118"/>
            </a:lvl3pPr>
            <a:lvl4pPr>
              <a:defRPr sz="2598"/>
            </a:lvl4pPr>
            <a:lvl5pPr>
              <a:defRPr sz="2598"/>
            </a:lvl5pPr>
            <a:lvl6pPr>
              <a:defRPr sz="2598"/>
            </a:lvl6pPr>
            <a:lvl7pPr>
              <a:defRPr sz="2598"/>
            </a:lvl7pPr>
            <a:lvl8pPr>
              <a:defRPr sz="2598"/>
            </a:lvl8pPr>
            <a:lvl9pPr>
              <a:defRPr sz="259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131820"/>
            <a:ext cx="3831372" cy="5802084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7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695960"/>
            <a:ext cx="3831372" cy="2435860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503083"/>
            <a:ext cx="6013877" cy="7418740"/>
          </a:xfrm>
        </p:spPr>
        <p:txBody>
          <a:bodyPr anchor="t"/>
          <a:lstStyle>
            <a:lvl1pPr marL="0" indent="0">
              <a:buNone/>
              <a:defRPr sz="4157"/>
            </a:lvl1pPr>
            <a:lvl2pPr marL="593949" indent="0">
              <a:buNone/>
              <a:defRPr sz="3637"/>
            </a:lvl2pPr>
            <a:lvl3pPr marL="1187897" indent="0">
              <a:buNone/>
              <a:defRPr sz="3118"/>
            </a:lvl3pPr>
            <a:lvl4pPr marL="1781846" indent="0">
              <a:buNone/>
              <a:defRPr sz="2598"/>
            </a:lvl4pPr>
            <a:lvl5pPr marL="2375794" indent="0">
              <a:buNone/>
              <a:defRPr sz="2598"/>
            </a:lvl5pPr>
            <a:lvl6pPr marL="2969743" indent="0">
              <a:buNone/>
              <a:defRPr sz="2598"/>
            </a:lvl6pPr>
            <a:lvl7pPr marL="3563691" indent="0">
              <a:buNone/>
              <a:defRPr sz="2598"/>
            </a:lvl7pPr>
            <a:lvl8pPr marL="4157640" indent="0">
              <a:buNone/>
              <a:defRPr sz="2598"/>
            </a:lvl8pPr>
            <a:lvl9pPr marL="4751588" indent="0">
              <a:buNone/>
              <a:defRPr sz="259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131820"/>
            <a:ext cx="3831372" cy="5802084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5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555801"/>
            <a:ext cx="2561466" cy="884690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555801"/>
            <a:ext cx="7535907" cy="884690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4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555804"/>
            <a:ext cx="10245864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2779007"/>
            <a:ext cx="10245864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9675780"/>
            <a:ext cx="267283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534AF-BD90-7C44-B66B-0E5A7EC60DD2}" type="datetimeFigureOut">
              <a:rPr lang="en-US" smtClean="0"/>
              <a:t>7/4/25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9675780"/>
            <a:ext cx="4009251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9675780"/>
            <a:ext cx="267283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19A54-52FA-4442-9B34-8EF9234F4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8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187897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74" indent="-296974" algn="l" defTabSz="118789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7" kern="1200">
          <a:solidFill>
            <a:schemeClr val="tx1"/>
          </a:solidFill>
          <a:latin typeface="+mn-lt"/>
          <a:ea typeface="+mn-ea"/>
          <a:cs typeface="+mn-cs"/>
        </a:defRPr>
      </a:lvl1pPr>
      <a:lvl2pPr marL="890923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871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820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768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717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665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614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562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49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897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846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794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691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64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588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2BDD0D3-7BE1-99EE-4DDE-934A9AF69FAD}"/>
              </a:ext>
            </a:extLst>
          </p:cNvPr>
          <p:cNvGrpSpPr/>
          <p:nvPr/>
        </p:nvGrpSpPr>
        <p:grpSpPr>
          <a:xfrm>
            <a:off x="542283" y="4696851"/>
            <a:ext cx="5441734" cy="5361824"/>
            <a:chOff x="705600" y="4248000"/>
            <a:chExt cx="5441734" cy="536182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6018AA2-CF35-1408-B976-9070661BD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65542" y="7416273"/>
              <a:ext cx="4881792" cy="2193551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927111-6A9E-610A-2816-50B576B12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05600" y="4248000"/>
              <a:ext cx="5279173" cy="2900026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13858C2-49E9-442D-3BD1-73CE24B86E91}"/>
              </a:ext>
            </a:extLst>
          </p:cNvPr>
          <p:cNvGrpSpPr/>
          <p:nvPr/>
        </p:nvGrpSpPr>
        <p:grpSpPr>
          <a:xfrm>
            <a:off x="421588" y="380970"/>
            <a:ext cx="10640668" cy="3502920"/>
            <a:chOff x="734985" y="1062279"/>
            <a:chExt cx="10963456" cy="3609182"/>
          </a:xfrm>
        </p:grpSpPr>
        <p:sp>
          <p:nvSpPr>
            <p:cNvPr id="180" name="Trapezium 179">
              <a:extLst>
                <a:ext uri="{FF2B5EF4-FFF2-40B4-BE49-F238E27FC236}">
                  <a16:creationId xmlns:a16="http://schemas.microsoft.com/office/drawing/2014/main" id="{FE094D82-AD78-F429-178B-7A52A4D88B22}"/>
                </a:ext>
              </a:extLst>
            </p:cNvPr>
            <p:cNvSpPr/>
            <p:nvPr/>
          </p:nvSpPr>
          <p:spPr>
            <a:xfrm rot="16200000">
              <a:off x="9451096" y="1319103"/>
              <a:ext cx="524799" cy="440728"/>
            </a:xfrm>
            <a:prstGeom prst="trapezoid">
              <a:avLst>
                <a:gd name="adj" fmla="val 34437"/>
              </a:avLst>
            </a:prstGeom>
            <a:gradFill>
              <a:gsLst>
                <a:gs pos="0">
                  <a:srgbClr val="ECECEC">
                    <a:lumMod val="31338"/>
                    <a:lumOff val="68662"/>
                  </a:srgbClr>
                </a:gs>
                <a:gs pos="100000">
                  <a:srgbClr val="ECECE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670B1BF-97A0-3603-F077-2A51FC6BFA1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9100" y="1916521"/>
              <a:ext cx="5107412" cy="2689383"/>
              <a:chOff x="1385841" y="1079915"/>
              <a:chExt cx="8223985" cy="433046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AB05606-237D-8E4C-EB78-AAD0343E96D2}"/>
                  </a:ext>
                </a:extLst>
              </p:cNvPr>
              <p:cNvGrpSpPr/>
              <p:nvPr/>
            </p:nvGrpSpPr>
            <p:grpSpPr>
              <a:xfrm>
                <a:off x="1385841" y="1193145"/>
                <a:ext cx="7418842" cy="4104000"/>
                <a:chOff x="1385841" y="1377000"/>
                <a:chExt cx="7418842" cy="4104000"/>
              </a:xfrm>
            </p:grpSpPr>
            <p:sp>
              <p:nvSpPr>
                <p:cNvPr id="4" name="Cube 3">
                  <a:extLst>
                    <a:ext uri="{FF2B5EF4-FFF2-40B4-BE49-F238E27FC236}">
                      <a16:creationId xmlns:a16="http://schemas.microsoft.com/office/drawing/2014/main" id="{E992719D-D229-2F63-DC0B-FB31CDA30218}"/>
                    </a:ext>
                  </a:extLst>
                </p:cNvPr>
                <p:cNvSpPr/>
                <p:nvPr/>
              </p:nvSpPr>
              <p:spPr>
                <a:xfrm>
                  <a:off x="1385841" y="1377000"/>
                  <a:ext cx="1178937" cy="4104000"/>
                </a:xfrm>
                <a:prstGeom prst="cube">
                  <a:avLst>
                    <a:gd name="adj" fmla="val 84729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60" dirty="0"/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18C47A2-43E3-B57A-3CE2-755459C8C2DC}"/>
                    </a:ext>
                  </a:extLst>
                </p:cNvPr>
                <p:cNvGrpSpPr/>
                <p:nvPr/>
              </p:nvGrpSpPr>
              <p:grpSpPr>
                <a:xfrm>
                  <a:off x="2327334" y="1899000"/>
                  <a:ext cx="1143035" cy="3060001"/>
                  <a:chOff x="2327334" y="746932"/>
                  <a:chExt cx="1143035" cy="3060001"/>
                </a:xfrm>
              </p:grpSpPr>
              <p:sp>
                <p:nvSpPr>
                  <p:cNvPr id="6" name="Cube 5">
                    <a:extLst>
                      <a:ext uri="{FF2B5EF4-FFF2-40B4-BE49-F238E27FC236}">
                        <a16:creationId xmlns:a16="http://schemas.microsoft.com/office/drawing/2014/main" id="{389D7B87-AE0A-E59A-5867-276BB278EA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7334" y="746933"/>
                    <a:ext cx="929741" cy="3060000"/>
                  </a:xfrm>
                  <a:prstGeom prst="cube">
                    <a:avLst>
                      <a:gd name="adj" fmla="val 77600"/>
                    </a:avLst>
                  </a:prstGeom>
                  <a:solidFill>
                    <a:srgbClr val="2077B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  <p:sp>
                <p:nvSpPr>
                  <p:cNvPr id="8" name="Cube 7">
                    <a:extLst>
                      <a:ext uri="{FF2B5EF4-FFF2-40B4-BE49-F238E27FC236}">
                        <a16:creationId xmlns:a16="http://schemas.microsoft.com/office/drawing/2014/main" id="{54541F3C-DCD5-0AED-7029-B3FD11951D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40628" y="746932"/>
                    <a:ext cx="929741" cy="3060000"/>
                  </a:xfrm>
                  <a:prstGeom prst="cube">
                    <a:avLst>
                      <a:gd name="adj" fmla="val 77600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A5B830B9-D8D8-5A48-30C7-EEDB2012BC66}"/>
                    </a:ext>
                  </a:extLst>
                </p:cNvPr>
                <p:cNvGrpSpPr/>
                <p:nvPr/>
              </p:nvGrpSpPr>
              <p:grpSpPr>
                <a:xfrm>
                  <a:off x="3331618" y="2341822"/>
                  <a:ext cx="1198608" cy="2174356"/>
                  <a:chOff x="3331618" y="851502"/>
                  <a:chExt cx="1198608" cy="2174356"/>
                </a:xfrm>
              </p:grpSpPr>
              <p:sp>
                <p:nvSpPr>
                  <p:cNvPr id="19" name="Cube 18">
                    <a:extLst>
                      <a:ext uri="{FF2B5EF4-FFF2-40B4-BE49-F238E27FC236}">
                        <a16:creationId xmlns:a16="http://schemas.microsoft.com/office/drawing/2014/main" id="{7730798F-121A-56DC-ECF7-9370735A0C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331618" y="851503"/>
                    <a:ext cx="900000" cy="2174355"/>
                  </a:xfrm>
                  <a:prstGeom prst="cube">
                    <a:avLst>
                      <a:gd name="adj" fmla="val 57726"/>
                    </a:avLst>
                  </a:prstGeom>
                  <a:solidFill>
                    <a:srgbClr val="2077B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  <p:sp>
                <p:nvSpPr>
                  <p:cNvPr id="20" name="Cube 19">
                    <a:extLst>
                      <a:ext uri="{FF2B5EF4-FFF2-40B4-BE49-F238E27FC236}">
                        <a16:creationId xmlns:a16="http://schemas.microsoft.com/office/drawing/2014/main" id="{F1417A9E-9725-882B-159F-8624C0F550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630226" y="851502"/>
                    <a:ext cx="900000" cy="2174355"/>
                  </a:xfrm>
                  <a:prstGeom prst="cube">
                    <a:avLst>
                      <a:gd name="adj" fmla="val 57726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93D12C4B-68EE-9DEE-736A-DA5DC1E4245B}"/>
                    </a:ext>
                  </a:extLst>
                </p:cNvPr>
                <p:cNvGrpSpPr/>
                <p:nvPr/>
              </p:nvGrpSpPr>
              <p:grpSpPr>
                <a:xfrm>
                  <a:off x="4502509" y="2627887"/>
                  <a:ext cx="1116000" cy="1602227"/>
                  <a:chOff x="5320177" y="1708733"/>
                  <a:chExt cx="961794" cy="1602227"/>
                </a:xfrm>
              </p:grpSpPr>
              <p:sp>
                <p:nvSpPr>
                  <p:cNvPr id="9" name="Cube 8">
                    <a:extLst>
                      <a:ext uri="{FF2B5EF4-FFF2-40B4-BE49-F238E27FC236}">
                        <a16:creationId xmlns:a16="http://schemas.microsoft.com/office/drawing/2014/main" id="{FC522FF5-54D1-7F0B-B2C6-C249DE5783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320177" y="1708734"/>
                    <a:ext cx="663186" cy="1602226"/>
                  </a:xfrm>
                  <a:prstGeom prst="cube">
                    <a:avLst>
                      <a:gd name="adj" fmla="val 57726"/>
                    </a:avLst>
                  </a:prstGeom>
                  <a:solidFill>
                    <a:srgbClr val="2077B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  <p:sp>
                <p:nvSpPr>
                  <p:cNvPr id="12" name="Cube 11">
                    <a:extLst>
                      <a:ext uri="{FF2B5EF4-FFF2-40B4-BE49-F238E27FC236}">
                        <a16:creationId xmlns:a16="http://schemas.microsoft.com/office/drawing/2014/main" id="{AF6BB88F-5475-1ACD-62AA-73BF44D4CB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18785" y="1708733"/>
                    <a:ext cx="663186" cy="1602226"/>
                  </a:xfrm>
                  <a:prstGeom prst="cube">
                    <a:avLst>
                      <a:gd name="adj" fmla="val 57726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32AD087-628E-5D20-A6C3-F67AE8CBE859}"/>
                    </a:ext>
                  </a:extLst>
                </p:cNvPr>
                <p:cNvGrpSpPr/>
                <p:nvPr/>
              </p:nvGrpSpPr>
              <p:grpSpPr>
                <a:xfrm>
                  <a:off x="5646441" y="2813902"/>
                  <a:ext cx="1349253" cy="1230196"/>
                  <a:chOff x="6315279" y="1702086"/>
                  <a:chExt cx="1202118" cy="1319750"/>
                </a:xfrm>
              </p:grpSpPr>
              <p:sp>
                <p:nvSpPr>
                  <p:cNvPr id="13" name="Cube 12">
                    <a:extLst>
                      <a:ext uri="{FF2B5EF4-FFF2-40B4-BE49-F238E27FC236}">
                        <a16:creationId xmlns:a16="http://schemas.microsoft.com/office/drawing/2014/main" id="{DE73520E-B858-813F-6342-0FDD1091533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15279" y="1708733"/>
                    <a:ext cx="768959" cy="1313103"/>
                  </a:xfrm>
                  <a:prstGeom prst="cube">
                    <a:avLst>
                      <a:gd name="adj" fmla="val 48553"/>
                    </a:avLst>
                  </a:prstGeom>
                  <a:solidFill>
                    <a:srgbClr val="2077B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  <p:sp>
                <p:nvSpPr>
                  <p:cNvPr id="14" name="Cube 13">
                    <a:extLst>
                      <a:ext uri="{FF2B5EF4-FFF2-40B4-BE49-F238E27FC236}">
                        <a16:creationId xmlns:a16="http://schemas.microsoft.com/office/drawing/2014/main" id="{9DDF67D7-D603-8549-342F-56991E8BE17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748438" y="1702086"/>
                    <a:ext cx="768959" cy="1313103"/>
                  </a:xfrm>
                  <a:prstGeom prst="cube">
                    <a:avLst>
                      <a:gd name="adj" fmla="val 48553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EE64505D-C1D6-31B8-1E01-332937294913}"/>
                    </a:ext>
                  </a:extLst>
                </p:cNvPr>
                <p:cNvGrpSpPr/>
                <p:nvPr/>
              </p:nvGrpSpPr>
              <p:grpSpPr>
                <a:xfrm>
                  <a:off x="7059181" y="3015000"/>
                  <a:ext cx="1745502" cy="828000"/>
                  <a:chOff x="7188572" y="2006483"/>
                  <a:chExt cx="1745502" cy="828000"/>
                </a:xfrm>
              </p:grpSpPr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9E5F5EE4-2536-2281-B197-45BD283B7FC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88572" y="2006483"/>
                    <a:ext cx="972000" cy="828000"/>
                  </a:xfrm>
                  <a:prstGeom prst="cube">
                    <a:avLst>
                      <a:gd name="adj" fmla="val 30552"/>
                    </a:avLst>
                  </a:prstGeom>
                  <a:solidFill>
                    <a:srgbClr val="2077B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  <p:sp>
                <p:nvSpPr>
                  <p:cNvPr id="28" name="Cube 27">
                    <a:extLst>
                      <a:ext uri="{FF2B5EF4-FFF2-40B4-BE49-F238E27FC236}">
                        <a16:creationId xmlns:a16="http://schemas.microsoft.com/office/drawing/2014/main" id="{8C0AA614-166F-54F3-0C2F-A8CA7457241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962074" y="2006483"/>
                    <a:ext cx="972000" cy="828000"/>
                  </a:xfrm>
                  <a:prstGeom prst="cube">
                    <a:avLst>
                      <a:gd name="adj" fmla="val 30552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60" dirty="0"/>
                  </a:p>
                </p:txBody>
              </p:sp>
            </p:grp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08ED85-9F4F-A9AA-7CCA-ED90C7C7FB2F}"/>
                  </a:ext>
                </a:extLst>
              </p:cNvPr>
              <p:cNvSpPr/>
              <p:nvPr/>
            </p:nvSpPr>
            <p:spPr>
              <a:xfrm>
                <a:off x="9445925" y="1079915"/>
                <a:ext cx="163901" cy="4330460"/>
              </a:xfrm>
              <a:prstGeom prst="rect">
                <a:avLst/>
              </a:prstGeom>
              <a:solidFill>
                <a:srgbClr val="FFAB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0" dirty="0"/>
              </a:p>
            </p:txBody>
          </p:sp>
        </p:grp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05DE130F-EFB4-402A-5E7E-287E29BE3D4B}"/>
                </a:ext>
              </a:extLst>
            </p:cNvPr>
            <p:cNvSpPr/>
            <p:nvPr/>
          </p:nvSpPr>
          <p:spPr>
            <a:xfrm>
              <a:off x="795857" y="2122718"/>
              <a:ext cx="1026793" cy="2548743"/>
            </a:xfrm>
            <a:prstGeom prst="cube">
              <a:avLst>
                <a:gd name="adj" fmla="val 9031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E8AC312-E2B1-6E04-ABC1-A4307E70B280}"/>
                </a:ext>
              </a:extLst>
            </p:cNvPr>
            <p:cNvSpPr txBox="1"/>
            <p:nvPr/>
          </p:nvSpPr>
          <p:spPr>
            <a:xfrm rot="20327292">
              <a:off x="734985" y="3271507"/>
              <a:ext cx="984261" cy="735714"/>
            </a:xfrm>
            <a:prstGeom prst="rect">
              <a:avLst/>
            </a:prstGeom>
            <a:noFill/>
            <a:scene3d>
              <a:camera prst="orthographicFront">
                <a:rot lat="0" lon="30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58" b="1" dirty="0">
                  <a:solidFill>
                    <a:schemeClr val="bg1"/>
                  </a:solidFill>
                </a:rPr>
                <a:t>+7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AD5FB19-D440-240E-ECFB-96747AF2B9C9}"/>
                </a:ext>
              </a:extLst>
            </p:cNvPr>
            <p:cNvSpPr txBox="1"/>
            <p:nvPr/>
          </p:nvSpPr>
          <p:spPr>
            <a:xfrm rot="21030966">
              <a:off x="1002376" y="2793101"/>
              <a:ext cx="984261" cy="735714"/>
            </a:xfrm>
            <a:prstGeom prst="rect">
              <a:avLst/>
            </a:prstGeom>
            <a:noFill/>
            <a:scene3d>
              <a:camera prst="orthographicFront">
                <a:rot lat="0" lon="30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58" b="1" dirty="0">
                  <a:solidFill>
                    <a:schemeClr val="bg1">
                      <a:lumMod val="85000"/>
                    </a:schemeClr>
                  </a:solidFill>
                </a:rPr>
                <a:t>-4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84D8AA0-DA80-9066-B365-700E04A207DE}"/>
                </a:ext>
              </a:extLst>
            </p:cNvPr>
            <p:cNvCxnSpPr/>
            <p:nvPr/>
          </p:nvCxnSpPr>
          <p:spPr>
            <a:xfrm>
              <a:off x="2040130" y="3267482"/>
              <a:ext cx="53894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D9D08A2-4A5B-7401-B86D-06844D267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042" y="3259289"/>
              <a:ext cx="840664" cy="192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1E71465-EA63-7E52-EDC7-3DDB93BC7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9894" y="3389985"/>
              <a:ext cx="410379" cy="410379"/>
            </a:xfrm>
            <a:custGeom>
              <a:avLst/>
              <a:gdLst>
                <a:gd name="connsiteX0" fmla="*/ 441358 w 882716"/>
                <a:gd name="connsiteY0" fmla="*/ 0 h 883343"/>
                <a:gd name="connsiteX1" fmla="*/ 0 w 882716"/>
                <a:gd name="connsiteY1" fmla="*/ 441672 h 883343"/>
                <a:gd name="connsiteX2" fmla="*/ 441358 w 882716"/>
                <a:gd name="connsiteY2" fmla="*/ 883344 h 883343"/>
                <a:gd name="connsiteX3" fmla="*/ 882717 w 882716"/>
                <a:gd name="connsiteY3" fmla="*/ 441672 h 883343"/>
                <a:gd name="connsiteX4" fmla="*/ 441358 w 882716"/>
                <a:gd name="connsiteY4" fmla="*/ 0 h 883343"/>
                <a:gd name="connsiteX5" fmla="*/ 441358 w 882716"/>
                <a:gd name="connsiteY5" fmla="*/ 858306 h 883343"/>
                <a:gd name="connsiteX6" fmla="*/ 25020 w 882716"/>
                <a:gd name="connsiteY6" fmla="*/ 441672 h 883343"/>
                <a:gd name="connsiteX7" fmla="*/ 441358 w 882716"/>
                <a:gd name="connsiteY7" fmla="*/ 25038 h 883343"/>
                <a:gd name="connsiteX8" fmla="*/ 857697 w 882716"/>
                <a:gd name="connsiteY8" fmla="*/ 441672 h 883343"/>
                <a:gd name="connsiteX9" fmla="*/ 441358 w 882716"/>
                <a:gd name="connsiteY9" fmla="*/ 858306 h 883343"/>
                <a:gd name="connsiteX10" fmla="*/ 441358 w 882716"/>
                <a:gd name="connsiteY10" fmla="*/ 74695 h 883343"/>
                <a:gd name="connsiteX11" fmla="*/ 74604 w 882716"/>
                <a:gd name="connsiteY11" fmla="*/ 441710 h 883343"/>
                <a:gd name="connsiteX12" fmla="*/ 441358 w 882716"/>
                <a:gd name="connsiteY12" fmla="*/ 808725 h 883343"/>
                <a:gd name="connsiteX13" fmla="*/ 808113 w 882716"/>
                <a:gd name="connsiteY13" fmla="*/ 441710 h 883343"/>
                <a:gd name="connsiteX14" fmla="*/ 808113 w 882716"/>
                <a:gd name="connsiteY14" fmla="*/ 441672 h 883343"/>
                <a:gd name="connsiteX15" fmla="*/ 441358 w 882716"/>
                <a:gd name="connsiteY15" fmla="*/ 74657 h 883343"/>
                <a:gd name="connsiteX16" fmla="*/ 618272 w 882716"/>
                <a:gd name="connsiteY16" fmla="*/ 619794 h 883343"/>
                <a:gd name="connsiteX17" fmla="*/ 585545 w 882716"/>
                <a:gd name="connsiteY17" fmla="*/ 633301 h 883343"/>
                <a:gd name="connsiteX18" fmla="*/ 585403 w 882716"/>
                <a:gd name="connsiteY18" fmla="*/ 633301 h 883343"/>
                <a:gd name="connsiteX19" fmla="*/ 552609 w 882716"/>
                <a:gd name="connsiteY19" fmla="*/ 619604 h 883343"/>
                <a:gd name="connsiteX20" fmla="*/ 441358 w 882716"/>
                <a:gd name="connsiteY20" fmla="*/ 507571 h 883343"/>
                <a:gd name="connsiteX21" fmla="*/ 330108 w 882716"/>
                <a:gd name="connsiteY21" fmla="*/ 619651 h 883343"/>
                <a:gd name="connsiteX22" fmla="*/ 264435 w 882716"/>
                <a:gd name="connsiteY22" fmla="*/ 619832 h 883343"/>
                <a:gd name="connsiteX23" fmla="*/ 264255 w 882716"/>
                <a:gd name="connsiteY23" fmla="*/ 554113 h 883343"/>
                <a:gd name="connsiteX24" fmla="*/ 375867 w 882716"/>
                <a:gd name="connsiteY24" fmla="*/ 441672 h 883343"/>
                <a:gd name="connsiteX25" fmla="*/ 264255 w 882716"/>
                <a:gd name="connsiteY25" fmla="*/ 329240 h 883343"/>
                <a:gd name="connsiteX26" fmla="*/ 264440 w 882716"/>
                <a:gd name="connsiteY26" fmla="*/ 263555 h 883343"/>
                <a:gd name="connsiteX27" fmla="*/ 297172 w 882716"/>
                <a:gd name="connsiteY27" fmla="*/ 250043 h 883343"/>
                <a:gd name="connsiteX28" fmla="*/ 297314 w 882716"/>
                <a:gd name="connsiteY28" fmla="*/ 250043 h 883343"/>
                <a:gd name="connsiteX29" fmla="*/ 330108 w 882716"/>
                <a:gd name="connsiteY29" fmla="*/ 263740 h 883343"/>
                <a:gd name="connsiteX30" fmla="*/ 441358 w 882716"/>
                <a:gd name="connsiteY30" fmla="*/ 375773 h 883343"/>
                <a:gd name="connsiteX31" fmla="*/ 552609 w 882716"/>
                <a:gd name="connsiteY31" fmla="*/ 263740 h 883343"/>
                <a:gd name="connsiteX32" fmla="*/ 618281 w 882716"/>
                <a:gd name="connsiteY32" fmla="*/ 263559 h 883343"/>
                <a:gd name="connsiteX33" fmla="*/ 618462 w 882716"/>
                <a:gd name="connsiteY33" fmla="*/ 329278 h 883343"/>
                <a:gd name="connsiteX34" fmla="*/ 506850 w 882716"/>
                <a:gd name="connsiteY34" fmla="*/ 441672 h 883343"/>
                <a:gd name="connsiteX35" fmla="*/ 618462 w 882716"/>
                <a:gd name="connsiteY35" fmla="*/ 554104 h 883343"/>
                <a:gd name="connsiteX36" fmla="*/ 618272 w 882716"/>
                <a:gd name="connsiteY36" fmla="*/ 619794 h 8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82716" h="883343">
                  <a:moveTo>
                    <a:pt x="441358" y="0"/>
                  </a:moveTo>
                  <a:cubicBezTo>
                    <a:pt x="197603" y="0"/>
                    <a:pt x="0" y="197744"/>
                    <a:pt x="0" y="441672"/>
                  </a:cubicBezTo>
                  <a:cubicBezTo>
                    <a:pt x="0" y="685600"/>
                    <a:pt x="197603" y="883344"/>
                    <a:pt x="441358" y="883344"/>
                  </a:cubicBezTo>
                  <a:cubicBezTo>
                    <a:pt x="685114" y="883344"/>
                    <a:pt x="882717" y="685600"/>
                    <a:pt x="882717" y="441672"/>
                  </a:cubicBezTo>
                  <a:cubicBezTo>
                    <a:pt x="882440" y="197859"/>
                    <a:pt x="684999" y="277"/>
                    <a:pt x="441358" y="0"/>
                  </a:cubicBezTo>
                  <a:close/>
                  <a:moveTo>
                    <a:pt x="441358" y="858306"/>
                  </a:moveTo>
                  <a:cubicBezTo>
                    <a:pt x="211421" y="858306"/>
                    <a:pt x="25020" y="671772"/>
                    <a:pt x="25020" y="441672"/>
                  </a:cubicBezTo>
                  <a:cubicBezTo>
                    <a:pt x="25020" y="211571"/>
                    <a:pt x="211421" y="25038"/>
                    <a:pt x="441358" y="25038"/>
                  </a:cubicBezTo>
                  <a:cubicBezTo>
                    <a:pt x="671296" y="25038"/>
                    <a:pt x="857697" y="211571"/>
                    <a:pt x="857697" y="441672"/>
                  </a:cubicBezTo>
                  <a:cubicBezTo>
                    <a:pt x="857441" y="671666"/>
                    <a:pt x="671189" y="858050"/>
                    <a:pt x="441358" y="858306"/>
                  </a:cubicBezTo>
                  <a:close/>
                  <a:moveTo>
                    <a:pt x="441358" y="74695"/>
                  </a:moveTo>
                  <a:cubicBezTo>
                    <a:pt x="238805" y="74695"/>
                    <a:pt x="74604" y="239013"/>
                    <a:pt x="74604" y="441710"/>
                  </a:cubicBezTo>
                  <a:cubicBezTo>
                    <a:pt x="74604" y="644407"/>
                    <a:pt x="238805" y="808725"/>
                    <a:pt x="441358" y="808725"/>
                  </a:cubicBezTo>
                  <a:cubicBezTo>
                    <a:pt x="643912" y="808725"/>
                    <a:pt x="808113" y="644407"/>
                    <a:pt x="808113" y="441710"/>
                  </a:cubicBezTo>
                  <a:cubicBezTo>
                    <a:pt x="808113" y="441698"/>
                    <a:pt x="808113" y="441684"/>
                    <a:pt x="808113" y="441672"/>
                  </a:cubicBezTo>
                  <a:cubicBezTo>
                    <a:pt x="807883" y="239071"/>
                    <a:pt x="643816" y="74887"/>
                    <a:pt x="441358" y="74657"/>
                  </a:cubicBezTo>
                  <a:close/>
                  <a:moveTo>
                    <a:pt x="618272" y="619794"/>
                  </a:moveTo>
                  <a:cubicBezTo>
                    <a:pt x="609592" y="628472"/>
                    <a:pt x="597815" y="633332"/>
                    <a:pt x="585545" y="633301"/>
                  </a:cubicBezTo>
                  <a:lnTo>
                    <a:pt x="585403" y="633301"/>
                  </a:lnTo>
                  <a:cubicBezTo>
                    <a:pt x="573082" y="633302"/>
                    <a:pt x="561273" y="628371"/>
                    <a:pt x="552609" y="619604"/>
                  </a:cubicBezTo>
                  <a:lnTo>
                    <a:pt x="441358" y="507571"/>
                  </a:lnTo>
                  <a:lnTo>
                    <a:pt x="330108" y="619651"/>
                  </a:lnTo>
                  <a:cubicBezTo>
                    <a:pt x="312022" y="637849"/>
                    <a:pt x="282620" y="637930"/>
                    <a:pt x="264435" y="619832"/>
                  </a:cubicBezTo>
                  <a:cubicBezTo>
                    <a:pt x="246250" y="601734"/>
                    <a:pt x="246170" y="572311"/>
                    <a:pt x="264255" y="554113"/>
                  </a:cubicBezTo>
                  <a:lnTo>
                    <a:pt x="375867" y="441672"/>
                  </a:lnTo>
                  <a:lnTo>
                    <a:pt x="264255" y="329240"/>
                  </a:lnTo>
                  <a:cubicBezTo>
                    <a:pt x="246180" y="311051"/>
                    <a:pt x="246263" y="281642"/>
                    <a:pt x="264440" y="263555"/>
                  </a:cubicBezTo>
                  <a:cubicBezTo>
                    <a:pt x="273138" y="254900"/>
                    <a:pt x="284906" y="250042"/>
                    <a:pt x="297172" y="250043"/>
                  </a:cubicBezTo>
                  <a:lnTo>
                    <a:pt x="297314" y="250043"/>
                  </a:lnTo>
                  <a:cubicBezTo>
                    <a:pt x="309634" y="250045"/>
                    <a:pt x="321442" y="254977"/>
                    <a:pt x="330108" y="263740"/>
                  </a:cubicBezTo>
                  <a:lnTo>
                    <a:pt x="441358" y="375773"/>
                  </a:lnTo>
                  <a:lnTo>
                    <a:pt x="552609" y="263740"/>
                  </a:lnTo>
                  <a:cubicBezTo>
                    <a:pt x="570695" y="245542"/>
                    <a:pt x="600097" y="245461"/>
                    <a:pt x="618281" y="263559"/>
                  </a:cubicBezTo>
                  <a:cubicBezTo>
                    <a:pt x="636466" y="281657"/>
                    <a:pt x="636547" y="311080"/>
                    <a:pt x="618462" y="329278"/>
                  </a:cubicBezTo>
                  <a:lnTo>
                    <a:pt x="506850" y="441672"/>
                  </a:lnTo>
                  <a:lnTo>
                    <a:pt x="618462" y="554104"/>
                  </a:lnTo>
                  <a:cubicBezTo>
                    <a:pt x="636486" y="572317"/>
                    <a:pt x="636401" y="601685"/>
                    <a:pt x="618272" y="619794"/>
                  </a:cubicBezTo>
                  <a:close/>
                </a:path>
              </a:pathLst>
            </a:custGeom>
            <a:solidFill>
              <a:srgbClr val="000000"/>
            </a:solidFill>
            <a:ln w="94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84306" tIns="42153" rIns="84306" bIns="4215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660" dirty="0"/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A29C2EF-FEB9-51B1-8405-7C6E0F595E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29894" y="2670850"/>
              <a:ext cx="410379" cy="410379"/>
              <a:chOff x="11468389" y="3131092"/>
              <a:chExt cx="882000" cy="882000"/>
            </a:xfrm>
          </p:grpSpPr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7A1CBCEB-4974-779B-F4DE-3414FD51E273}"/>
                  </a:ext>
                </a:extLst>
              </p:cNvPr>
              <p:cNvSpPr/>
              <p:nvPr/>
            </p:nvSpPr>
            <p:spPr>
              <a:xfrm>
                <a:off x="11530699" y="3192033"/>
                <a:ext cx="757381" cy="760118"/>
              </a:xfrm>
              <a:custGeom>
                <a:avLst/>
                <a:gdLst>
                  <a:gd name="connsiteX0" fmla="*/ 378691 w 757381"/>
                  <a:gd name="connsiteY0" fmla="*/ 0 h 760118"/>
                  <a:gd name="connsiteX1" fmla="*/ 0 w 757381"/>
                  <a:gd name="connsiteY1" fmla="*/ 380059 h 760118"/>
                  <a:gd name="connsiteX2" fmla="*/ 378691 w 757381"/>
                  <a:gd name="connsiteY2" fmla="*/ 760119 h 760118"/>
                  <a:gd name="connsiteX3" fmla="*/ 757382 w 757381"/>
                  <a:gd name="connsiteY3" fmla="*/ 380059 h 760118"/>
                  <a:gd name="connsiteX4" fmla="*/ 378691 w 757381"/>
                  <a:gd name="connsiteY4" fmla="*/ 0 h 760118"/>
                  <a:gd name="connsiteX5" fmla="*/ 599364 w 757381"/>
                  <a:gd name="connsiteY5" fmla="*/ 277063 h 760118"/>
                  <a:gd name="connsiteX6" fmla="*/ 324074 w 757381"/>
                  <a:gd name="connsiteY6" fmla="*/ 553461 h 760118"/>
                  <a:gd name="connsiteX7" fmla="*/ 288683 w 757381"/>
                  <a:gd name="connsiteY7" fmla="*/ 565523 h 760118"/>
                  <a:gd name="connsiteX8" fmla="*/ 257619 w 757381"/>
                  <a:gd name="connsiteY8" fmla="*/ 544702 h 760118"/>
                  <a:gd name="connsiteX9" fmla="*/ 150336 w 757381"/>
                  <a:gd name="connsiteY9" fmla="*/ 358311 h 760118"/>
                  <a:gd name="connsiteX10" fmla="*/ 168050 w 757381"/>
                  <a:gd name="connsiteY10" fmla="*/ 291912 h 760118"/>
                  <a:gd name="connsiteX11" fmla="*/ 234210 w 757381"/>
                  <a:gd name="connsiteY11" fmla="*/ 309690 h 760118"/>
                  <a:gd name="connsiteX12" fmla="*/ 305880 w 757381"/>
                  <a:gd name="connsiteY12" fmla="*/ 434245 h 760118"/>
                  <a:gd name="connsiteX13" fmla="*/ 530917 w 757381"/>
                  <a:gd name="connsiteY13" fmla="*/ 208395 h 760118"/>
                  <a:gd name="connsiteX14" fmla="*/ 599370 w 757381"/>
                  <a:gd name="connsiteY14" fmla="*/ 208395 h 760118"/>
                  <a:gd name="connsiteX15" fmla="*/ 599370 w 757381"/>
                  <a:gd name="connsiteY15" fmla="*/ 277058 h 760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381" h="760118">
                    <a:moveTo>
                      <a:pt x="378691" y="0"/>
                    </a:moveTo>
                    <a:cubicBezTo>
                      <a:pt x="170117" y="0"/>
                      <a:pt x="0" y="170732"/>
                      <a:pt x="0" y="380059"/>
                    </a:cubicBezTo>
                    <a:cubicBezTo>
                      <a:pt x="0" y="589386"/>
                      <a:pt x="170117" y="760119"/>
                      <a:pt x="378691" y="760119"/>
                    </a:cubicBezTo>
                    <a:cubicBezTo>
                      <a:pt x="587264" y="760119"/>
                      <a:pt x="757382" y="589386"/>
                      <a:pt x="757382" y="380059"/>
                    </a:cubicBezTo>
                    <a:cubicBezTo>
                      <a:pt x="757382" y="170732"/>
                      <a:pt x="587264" y="0"/>
                      <a:pt x="378691" y="0"/>
                    </a:cubicBezTo>
                    <a:close/>
                    <a:moveTo>
                      <a:pt x="599364" y="277063"/>
                    </a:moveTo>
                    <a:lnTo>
                      <a:pt x="324074" y="553461"/>
                    </a:lnTo>
                    <a:cubicBezTo>
                      <a:pt x="314496" y="563074"/>
                      <a:pt x="302107" y="567342"/>
                      <a:pt x="288683" y="565523"/>
                    </a:cubicBezTo>
                    <a:cubicBezTo>
                      <a:pt x="275221" y="563705"/>
                      <a:pt x="264349" y="556505"/>
                      <a:pt x="257619" y="544702"/>
                    </a:cubicBezTo>
                    <a:lnTo>
                      <a:pt x="150336" y="358311"/>
                    </a:lnTo>
                    <a:cubicBezTo>
                      <a:pt x="136985" y="335114"/>
                      <a:pt x="145047" y="305311"/>
                      <a:pt x="168050" y="291912"/>
                    </a:cubicBezTo>
                    <a:cubicBezTo>
                      <a:pt x="191163" y="278513"/>
                      <a:pt x="220859" y="286605"/>
                      <a:pt x="234210" y="309690"/>
                    </a:cubicBezTo>
                    <a:lnTo>
                      <a:pt x="305880" y="434245"/>
                    </a:lnTo>
                    <a:lnTo>
                      <a:pt x="530917" y="208395"/>
                    </a:lnTo>
                    <a:cubicBezTo>
                      <a:pt x="549741" y="189503"/>
                      <a:pt x="580510" y="189503"/>
                      <a:pt x="599370" y="208395"/>
                    </a:cubicBezTo>
                    <a:cubicBezTo>
                      <a:pt x="618231" y="227287"/>
                      <a:pt x="618231" y="258167"/>
                      <a:pt x="599370" y="2770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84306" tIns="42153" rIns="84306" bIns="4215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6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A77E0D02-1B14-6E1E-FDD5-15E280F9FC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68389" y="3131092"/>
                <a:ext cx="882000" cy="882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0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58A145C-B69D-CAA8-8C04-A3DC705D03B4}"/>
                </a:ext>
              </a:extLst>
            </p:cNvPr>
            <p:cNvGrpSpPr/>
            <p:nvPr/>
          </p:nvGrpSpPr>
          <p:grpSpPr>
            <a:xfrm>
              <a:off x="9920134" y="2522029"/>
              <a:ext cx="1778307" cy="1464779"/>
              <a:chOff x="10088880" y="1683781"/>
              <a:chExt cx="2143760" cy="1323579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8EE0F3C-837D-B613-02A9-D387F1CF7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8880" y="1683781"/>
                <a:ext cx="0" cy="13235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534BDF05-A5B5-FD65-8B17-8DE7E2C16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8880" y="3007360"/>
                <a:ext cx="21437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ADC1EC-6321-A67B-D8DB-F4067CC78B64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34" y="2652046"/>
              <a:ext cx="1778307" cy="0"/>
            </a:xfrm>
            <a:prstGeom prst="line">
              <a:avLst/>
            </a:prstGeom>
            <a:ln w="952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0FDF3C5-3888-0C63-0423-30C80595C2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3282" y="1081580"/>
              <a:ext cx="0" cy="2906848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1996EE0-D919-6763-2919-B68599604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7600" y="1081580"/>
              <a:ext cx="0" cy="2906848"/>
            </a:xfrm>
            <a:prstGeom prst="line">
              <a:avLst/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53742AF-9790-C4CF-D2B2-DB24A1F4F0D4}"/>
                </a:ext>
              </a:extLst>
            </p:cNvPr>
            <p:cNvGrpSpPr/>
            <p:nvPr/>
          </p:nvGrpSpPr>
          <p:grpSpPr>
            <a:xfrm>
              <a:off x="9916768" y="2885572"/>
              <a:ext cx="1596994" cy="637773"/>
              <a:chOff x="10164927" y="3148722"/>
              <a:chExt cx="1681134" cy="671375"/>
            </a:xfrm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2CCC33EF-10F6-7A53-C79C-AB21941F6B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64927" y="3713637"/>
                <a:ext cx="420844" cy="106460"/>
              </a:xfrm>
              <a:prstGeom prst="line">
                <a:avLst/>
              </a:prstGeom>
              <a:ln w="38100">
                <a:solidFill>
                  <a:srgbClr val="EA1F7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1C33F42-FA81-985F-6CF1-062858F688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91087" y="3249238"/>
                <a:ext cx="834106" cy="462567"/>
              </a:xfrm>
              <a:prstGeom prst="line">
                <a:avLst/>
              </a:prstGeom>
              <a:ln w="38100">
                <a:solidFill>
                  <a:srgbClr val="EA1F7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A14D120-5050-D4A7-2DCB-59C4DD019E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25217" y="3148722"/>
                <a:ext cx="420844" cy="100516"/>
              </a:xfrm>
              <a:prstGeom prst="line">
                <a:avLst/>
              </a:prstGeom>
              <a:ln w="38100">
                <a:solidFill>
                  <a:srgbClr val="EA1F7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FD6E981F-2885-797C-B8E0-32C2527E3530}"/>
                </a:ext>
              </a:extLst>
            </p:cNvPr>
            <p:cNvGrpSpPr/>
            <p:nvPr/>
          </p:nvGrpSpPr>
          <p:grpSpPr>
            <a:xfrm>
              <a:off x="9916768" y="1062279"/>
              <a:ext cx="1778307" cy="867845"/>
              <a:chOff x="10088879" y="1683781"/>
              <a:chExt cx="2143760" cy="1323579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0CD72637-0385-6EF6-B61B-33E1A3AF4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8880" y="1683781"/>
                <a:ext cx="0" cy="13235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7B4AC8F9-5ED8-4087-B9B3-173C9F48CB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8879" y="3007360"/>
                <a:ext cx="214376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253AAB6-B37C-2F03-934B-93742B89DF90}"/>
                </a:ext>
              </a:extLst>
            </p:cNvPr>
            <p:cNvSpPr/>
            <p:nvPr/>
          </p:nvSpPr>
          <p:spPr>
            <a:xfrm>
              <a:off x="9936072" y="1281080"/>
              <a:ext cx="1744108" cy="193407"/>
            </a:xfrm>
            <a:prstGeom prst="rect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B66E1B2-65DF-5CD2-08CA-4A8E36B34444}"/>
                </a:ext>
              </a:extLst>
            </p:cNvPr>
            <p:cNvSpPr/>
            <p:nvPr/>
          </p:nvSpPr>
          <p:spPr>
            <a:xfrm>
              <a:off x="9916769" y="1608460"/>
              <a:ext cx="1744108" cy="193407"/>
            </a:xfrm>
            <a:prstGeom prst="rect">
              <a:avLst/>
            </a:prstGeom>
            <a:solidFill>
              <a:schemeClr val="bg1">
                <a:lumMod val="75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C74D7DD-2F44-AC25-84C0-F88B16F1724D}"/>
                </a:ext>
              </a:extLst>
            </p:cNvPr>
            <p:cNvSpPr/>
            <p:nvPr/>
          </p:nvSpPr>
          <p:spPr>
            <a:xfrm>
              <a:off x="9933868" y="1283900"/>
              <a:ext cx="389415" cy="193407"/>
            </a:xfrm>
            <a:prstGeom prst="rect">
              <a:avLst/>
            </a:prstGeom>
            <a:solidFill>
              <a:srgbClr val="03A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FD3EBDD-74A7-A4EF-13D6-F57692F77D66}"/>
                </a:ext>
              </a:extLst>
            </p:cNvPr>
            <p:cNvSpPr/>
            <p:nvPr/>
          </p:nvSpPr>
          <p:spPr>
            <a:xfrm>
              <a:off x="11112935" y="1281079"/>
              <a:ext cx="553271" cy="193407"/>
            </a:xfrm>
            <a:prstGeom prst="rect">
              <a:avLst/>
            </a:prstGeom>
            <a:solidFill>
              <a:srgbClr val="03A9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4CC79D5-A16D-1DA5-9DA8-1F3FCD1C2A9D}"/>
                </a:ext>
              </a:extLst>
            </p:cNvPr>
            <p:cNvSpPr/>
            <p:nvPr/>
          </p:nvSpPr>
          <p:spPr>
            <a:xfrm>
              <a:off x="10330016" y="1609413"/>
              <a:ext cx="767839" cy="193407"/>
            </a:xfrm>
            <a:prstGeom prst="rect">
              <a:avLst/>
            </a:prstGeom>
            <a:solidFill>
              <a:srgbClr val="EA1F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0"/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3A69142-3C44-5268-26F8-0D71E821EB01}"/>
                </a:ext>
              </a:extLst>
            </p:cNvPr>
            <p:cNvGrpSpPr/>
            <p:nvPr/>
          </p:nvGrpSpPr>
          <p:grpSpPr>
            <a:xfrm>
              <a:off x="9920134" y="2646248"/>
              <a:ext cx="1469436" cy="1123972"/>
              <a:chOff x="10168470" y="2896790"/>
              <a:chExt cx="1546856" cy="1183190"/>
            </a:xfrm>
          </p:grpSpPr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C77AEDB9-A3D3-29AF-56BE-6004CD85D4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85772" y="3336075"/>
                <a:ext cx="842988" cy="145061"/>
              </a:xfrm>
              <a:prstGeom prst="line">
                <a:avLst/>
              </a:prstGeom>
              <a:ln w="38100">
                <a:solidFill>
                  <a:srgbClr val="03A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7304F8DE-1434-E4FE-A0E0-96158642A7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68470" y="3473753"/>
                <a:ext cx="424389" cy="606227"/>
              </a:xfrm>
              <a:prstGeom prst="line">
                <a:avLst/>
              </a:prstGeom>
              <a:ln w="38100">
                <a:solidFill>
                  <a:srgbClr val="03A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4FDAFD89-C694-E64D-EECE-489DF15003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25193" y="2896790"/>
                <a:ext cx="290133" cy="439285"/>
              </a:xfrm>
              <a:prstGeom prst="line">
                <a:avLst/>
              </a:prstGeom>
              <a:ln w="38100">
                <a:solidFill>
                  <a:srgbClr val="03A99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29E99DF6-55DF-8AFD-FA3F-CC6D1F2FBD93}"/>
                </a:ext>
              </a:extLst>
            </p:cNvPr>
            <p:cNvGrpSpPr/>
            <p:nvPr/>
          </p:nvGrpSpPr>
          <p:grpSpPr>
            <a:xfrm>
              <a:off x="9213075" y="1377781"/>
              <a:ext cx="225708" cy="343487"/>
              <a:chOff x="9424158" y="1205892"/>
              <a:chExt cx="237600" cy="361584"/>
            </a:xfrm>
          </p:grpSpPr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14B92984-9A53-7DEB-9317-52030852A84E}"/>
                  </a:ext>
                </a:extLst>
              </p:cNvPr>
              <p:cNvSpPr/>
              <p:nvPr/>
            </p:nvSpPr>
            <p:spPr>
              <a:xfrm>
                <a:off x="9604375" y="1327149"/>
                <a:ext cx="47625" cy="125999"/>
              </a:xfrm>
              <a:custGeom>
                <a:avLst/>
                <a:gdLst>
                  <a:gd name="connsiteX0" fmla="*/ 47625 w 47625"/>
                  <a:gd name="connsiteY0" fmla="*/ 0 h 92075"/>
                  <a:gd name="connsiteX1" fmla="*/ 47625 w 47625"/>
                  <a:gd name="connsiteY1" fmla="*/ 0 h 92075"/>
                  <a:gd name="connsiteX2" fmla="*/ 19050 w 47625"/>
                  <a:gd name="connsiteY2" fmla="*/ 6350 h 92075"/>
                  <a:gd name="connsiteX3" fmla="*/ 9525 w 47625"/>
                  <a:gd name="connsiteY3" fmla="*/ 9525 h 92075"/>
                  <a:gd name="connsiteX4" fmla="*/ 3175 w 47625"/>
                  <a:gd name="connsiteY4" fmla="*/ 19050 h 92075"/>
                  <a:gd name="connsiteX5" fmla="*/ 0 w 47625"/>
                  <a:gd name="connsiteY5" fmla="*/ 31750 h 92075"/>
                  <a:gd name="connsiteX6" fmla="*/ 0 w 47625"/>
                  <a:gd name="connsiteY6" fmla="*/ 31750 h 92075"/>
                  <a:gd name="connsiteX7" fmla="*/ 3175 w 47625"/>
                  <a:gd name="connsiteY7" fmla="*/ 73025 h 92075"/>
                  <a:gd name="connsiteX8" fmla="*/ 19050 w 47625"/>
                  <a:gd name="connsiteY8" fmla="*/ 92075 h 92075"/>
                  <a:gd name="connsiteX9" fmla="*/ 44450 w 47625"/>
                  <a:gd name="connsiteY9" fmla="*/ 69850 h 92075"/>
                  <a:gd name="connsiteX10" fmla="*/ 47625 w 47625"/>
                  <a:gd name="connsiteY10" fmla="*/ 0 h 92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625" h="92075">
                    <a:moveTo>
                      <a:pt x="47625" y="0"/>
                    </a:moveTo>
                    <a:lnTo>
                      <a:pt x="47625" y="0"/>
                    </a:lnTo>
                    <a:cubicBezTo>
                      <a:pt x="38100" y="2117"/>
                      <a:pt x="28516" y="3983"/>
                      <a:pt x="19050" y="6350"/>
                    </a:cubicBezTo>
                    <a:cubicBezTo>
                      <a:pt x="15803" y="7162"/>
                      <a:pt x="12138" y="7434"/>
                      <a:pt x="9525" y="9525"/>
                    </a:cubicBezTo>
                    <a:cubicBezTo>
                      <a:pt x="6545" y="11909"/>
                      <a:pt x="5292" y="15875"/>
                      <a:pt x="3175" y="19050"/>
                    </a:cubicBezTo>
                    <a:lnTo>
                      <a:pt x="0" y="31750"/>
                    </a:lnTo>
                    <a:lnTo>
                      <a:pt x="0" y="31750"/>
                    </a:lnTo>
                    <a:lnTo>
                      <a:pt x="3175" y="73025"/>
                    </a:lnTo>
                    <a:lnTo>
                      <a:pt x="19050" y="92075"/>
                    </a:lnTo>
                    <a:lnTo>
                      <a:pt x="44450" y="6985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60"/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D9E55FBA-DE82-EB8C-D591-C8915FE148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24158" y="1205892"/>
                <a:ext cx="237600" cy="361584"/>
              </a:xfrm>
              <a:custGeom>
                <a:avLst/>
                <a:gdLst>
                  <a:gd name="connsiteX0" fmla="*/ 515114 w 624346"/>
                  <a:gd name="connsiteY0" fmla="*/ 35 h 950143"/>
                  <a:gd name="connsiteX1" fmla="*/ 487674 w 624346"/>
                  <a:gd name="connsiteY1" fmla="*/ 15623 h 950143"/>
                  <a:gd name="connsiteX2" fmla="*/ 290641 w 624346"/>
                  <a:gd name="connsiteY2" fmla="*/ 266415 h 950143"/>
                  <a:gd name="connsiteX3" fmla="*/ 19489 w 624346"/>
                  <a:gd name="connsiteY3" fmla="*/ 447162 h 950143"/>
                  <a:gd name="connsiteX4" fmla="*/ 19193 w 624346"/>
                  <a:gd name="connsiteY4" fmla="*/ 447236 h 950143"/>
                  <a:gd name="connsiteX5" fmla="*/ 6990 w 624346"/>
                  <a:gd name="connsiteY5" fmla="*/ 455995 h 950143"/>
                  <a:gd name="connsiteX6" fmla="*/ 6952 w 624346"/>
                  <a:gd name="connsiteY6" fmla="*/ 456032 h 950143"/>
                  <a:gd name="connsiteX7" fmla="*/ 6878 w 624346"/>
                  <a:gd name="connsiteY7" fmla="*/ 456106 h 950143"/>
                  <a:gd name="connsiteX8" fmla="*/ 2551 w 624346"/>
                  <a:gd name="connsiteY8" fmla="*/ 462787 h 950143"/>
                  <a:gd name="connsiteX9" fmla="*/ 1110 w 624346"/>
                  <a:gd name="connsiteY9" fmla="*/ 467278 h 950143"/>
                  <a:gd name="connsiteX10" fmla="*/ 850 w 624346"/>
                  <a:gd name="connsiteY10" fmla="*/ 467983 h 950143"/>
                  <a:gd name="connsiteX11" fmla="*/ 74 w 624346"/>
                  <a:gd name="connsiteY11" fmla="*/ 474145 h 950143"/>
                  <a:gd name="connsiteX12" fmla="*/ 0 w 624346"/>
                  <a:gd name="connsiteY12" fmla="*/ 474441 h 950143"/>
                  <a:gd name="connsiteX13" fmla="*/ 406 w 624346"/>
                  <a:gd name="connsiteY13" fmla="*/ 479526 h 950143"/>
                  <a:gd name="connsiteX14" fmla="*/ 702 w 624346"/>
                  <a:gd name="connsiteY14" fmla="*/ 481567 h 950143"/>
                  <a:gd name="connsiteX15" fmla="*/ 1960 w 624346"/>
                  <a:gd name="connsiteY15" fmla="*/ 485613 h 950143"/>
                  <a:gd name="connsiteX16" fmla="*/ 2551 w 624346"/>
                  <a:gd name="connsiteY16" fmla="*/ 487358 h 950143"/>
                  <a:gd name="connsiteX17" fmla="*/ 2773 w 624346"/>
                  <a:gd name="connsiteY17" fmla="*/ 487765 h 950143"/>
                  <a:gd name="connsiteX18" fmla="*/ 5140 w 624346"/>
                  <a:gd name="connsiteY18" fmla="*/ 491700 h 950143"/>
                  <a:gd name="connsiteX19" fmla="*/ 6323 w 624346"/>
                  <a:gd name="connsiteY19" fmla="*/ 493444 h 950143"/>
                  <a:gd name="connsiteX20" fmla="*/ 8727 w 624346"/>
                  <a:gd name="connsiteY20" fmla="*/ 496042 h 950143"/>
                  <a:gd name="connsiteX21" fmla="*/ 11279 w 624346"/>
                  <a:gd name="connsiteY21" fmla="*/ 498491 h 950143"/>
                  <a:gd name="connsiteX22" fmla="*/ 13461 w 624346"/>
                  <a:gd name="connsiteY22" fmla="*/ 499939 h 950143"/>
                  <a:gd name="connsiteX23" fmla="*/ 16826 w 624346"/>
                  <a:gd name="connsiteY23" fmla="*/ 501906 h 950143"/>
                  <a:gd name="connsiteX24" fmla="*/ 17418 w 624346"/>
                  <a:gd name="connsiteY24" fmla="*/ 502278 h 950143"/>
                  <a:gd name="connsiteX25" fmla="*/ 290634 w 624346"/>
                  <a:gd name="connsiteY25" fmla="*/ 683737 h 950143"/>
                  <a:gd name="connsiteX26" fmla="*/ 487667 w 624346"/>
                  <a:gd name="connsiteY26" fmla="*/ 934529 h 950143"/>
                  <a:gd name="connsiteX27" fmla="*/ 487667 w 624346"/>
                  <a:gd name="connsiteY27" fmla="*/ 934492 h 950143"/>
                  <a:gd name="connsiteX28" fmla="*/ 505233 w 624346"/>
                  <a:gd name="connsiteY28" fmla="*/ 948892 h 950143"/>
                  <a:gd name="connsiteX29" fmla="*/ 527829 w 624346"/>
                  <a:gd name="connsiteY29" fmla="*/ 946554 h 950143"/>
                  <a:gd name="connsiteX30" fmla="*/ 539848 w 624346"/>
                  <a:gd name="connsiteY30" fmla="*/ 906432 h 950143"/>
                  <a:gd name="connsiteX31" fmla="*/ 496320 w 624346"/>
                  <a:gd name="connsiteY31" fmla="*/ 833574 h 950143"/>
                  <a:gd name="connsiteX32" fmla="*/ 598349 w 624346"/>
                  <a:gd name="connsiteY32" fmla="*/ 644514 h 950143"/>
                  <a:gd name="connsiteX33" fmla="*/ 624347 w 624346"/>
                  <a:gd name="connsiteY33" fmla="*/ 475046 h 950143"/>
                  <a:gd name="connsiteX34" fmla="*/ 598349 w 624346"/>
                  <a:gd name="connsiteY34" fmla="*/ 305577 h 950143"/>
                  <a:gd name="connsiteX35" fmla="*/ 496358 w 624346"/>
                  <a:gd name="connsiteY35" fmla="*/ 116583 h 950143"/>
                  <a:gd name="connsiteX36" fmla="*/ 539811 w 624346"/>
                  <a:gd name="connsiteY36" fmla="*/ 43689 h 950143"/>
                  <a:gd name="connsiteX37" fmla="*/ 539848 w 624346"/>
                  <a:gd name="connsiteY37" fmla="*/ 43689 h 950143"/>
                  <a:gd name="connsiteX38" fmla="*/ 527829 w 624346"/>
                  <a:gd name="connsiteY38" fmla="*/ 3567 h 950143"/>
                  <a:gd name="connsiteX39" fmla="*/ 515107 w 624346"/>
                  <a:gd name="connsiteY39" fmla="*/ 41 h 950143"/>
                  <a:gd name="connsiteX40" fmla="*/ 460714 w 624346"/>
                  <a:gd name="connsiteY40" fmla="*/ 167052 h 950143"/>
                  <a:gd name="connsiteX41" fmla="*/ 532902 w 624346"/>
                  <a:gd name="connsiteY41" fmla="*/ 297137 h 950143"/>
                  <a:gd name="connsiteX42" fmla="*/ 421880 w 624346"/>
                  <a:gd name="connsiteY42" fmla="*/ 475071 h 950143"/>
                  <a:gd name="connsiteX43" fmla="*/ 532902 w 624346"/>
                  <a:gd name="connsiteY43" fmla="*/ 653005 h 950143"/>
                  <a:gd name="connsiteX44" fmla="*/ 460714 w 624346"/>
                  <a:gd name="connsiteY44" fmla="*/ 783204 h 950143"/>
                  <a:gd name="connsiteX45" fmla="*/ 330577 w 624346"/>
                  <a:gd name="connsiteY45" fmla="*/ 640121 h 950143"/>
                  <a:gd name="connsiteX46" fmla="*/ 97228 w 624346"/>
                  <a:gd name="connsiteY46" fmla="*/ 475185 h 950143"/>
                  <a:gd name="connsiteX47" fmla="*/ 330577 w 624346"/>
                  <a:gd name="connsiteY47" fmla="*/ 310249 h 950143"/>
                  <a:gd name="connsiteX48" fmla="*/ 460714 w 624346"/>
                  <a:gd name="connsiteY48" fmla="*/ 167062 h 950143"/>
                  <a:gd name="connsiteX49" fmla="*/ 550617 w 624346"/>
                  <a:gd name="connsiteY49" fmla="*/ 354706 h 950143"/>
                  <a:gd name="connsiteX50" fmla="*/ 565113 w 624346"/>
                  <a:gd name="connsiteY50" fmla="*/ 475033 h 950143"/>
                  <a:gd name="connsiteX51" fmla="*/ 550654 w 624346"/>
                  <a:gd name="connsiteY51" fmla="*/ 595322 h 950143"/>
                  <a:gd name="connsiteX52" fmla="*/ 481017 w 624346"/>
                  <a:gd name="connsiteY52" fmla="*/ 475033 h 950143"/>
                  <a:gd name="connsiteX53" fmla="*/ 550580 w 624346"/>
                  <a:gd name="connsiteY53" fmla="*/ 354706 h 950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624346" h="950143">
                    <a:moveTo>
                      <a:pt x="515114" y="35"/>
                    </a:moveTo>
                    <a:cubicBezTo>
                      <a:pt x="503724" y="-522"/>
                      <a:pt x="493037" y="5565"/>
                      <a:pt x="487674" y="15623"/>
                    </a:cubicBezTo>
                    <a:cubicBezTo>
                      <a:pt x="439783" y="105219"/>
                      <a:pt x="372287" y="191249"/>
                      <a:pt x="290641" y="266415"/>
                    </a:cubicBezTo>
                    <a:cubicBezTo>
                      <a:pt x="209578" y="341017"/>
                      <a:pt x="116680" y="402961"/>
                      <a:pt x="19489" y="447162"/>
                    </a:cubicBezTo>
                    <a:cubicBezTo>
                      <a:pt x="19379" y="447199"/>
                      <a:pt x="19305" y="447199"/>
                      <a:pt x="19193" y="447236"/>
                    </a:cubicBezTo>
                    <a:cubicBezTo>
                      <a:pt x="14459" y="449054"/>
                      <a:pt x="10244" y="452061"/>
                      <a:pt x="6990" y="455995"/>
                    </a:cubicBezTo>
                    <a:lnTo>
                      <a:pt x="6952" y="456032"/>
                    </a:lnTo>
                    <a:lnTo>
                      <a:pt x="6878" y="456106"/>
                    </a:lnTo>
                    <a:cubicBezTo>
                      <a:pt x="5140" y="458111"/>
                      <a:pt x="3698" y="460374"/>
                      <a:pt x="2551" y="462787"/>
                    </a:cubicBezTo>
                    <a:cubicBezTo>
                      <a:pt x="1960" y="464235"/>
                      <a:pt x="1479" y="465756"/>
                      <a:pt x="1110" y="467278"/>
                    </a:cubicBezTo>
                    <a:cubicBezTo>
                      <a:pt x="1035" y="467537"/>
                      <a:pt x="961" y="467761"/>
                      <a:pt x="850" y="467983"/>
                    </a:cubicBezTo>
                    <a:cubicBezTo>
                      <a:pt x="369" y="469988"/>
                      <a:pt x="111" y="472066"/>
                      <a:pt x="74" y="474145"/>
                    </a:cubicBezTo>
                    <a:cubicBezTo>
                      <a:pt x="37" y="474219"/>
                      <a:pt x="37" y="474330"/>
                      <a:pt x="0" y="474441"/>
                    </a:cubicBezTo>
                    <a:cubicBezTo>
                      <a:pt x="0" y="476149"/>
                      <a:pt x="111" y="477856"/>
                      <a:pt x="406" y="479526"/>
                    </a:cubicBezTo>
                    <a:cubicBezTo>
                      <a:pt x="481" y="480194"/>
                      <a:pt x="592" y="480899"/>
                      <a:pt x="702" y="481567"/>
                    </a:cubicBezTo>
                    <a:cubicBezTo>
                      <a:pt x="1035" y="482940"/>
                      <a:pt x="1442" y="484314"/>
                      <a:pt x="1960" y="485613"/>
                    </a:cubicBezTo>
                    <a:cubicBezTo>
                      <a:pt x="2144" y="486207"/>
                      <a:pt x="2330" y="486801"/>
                      <a:pt x="2551" y="487358"/>
                    </a:cubicBezTo>
                    <a:cubicBezTo>
                      <a:pt x="2625" y="487506"/>
                      <a:pt x="2699" y="487617"/>
                      <a:pt x="2773" y="487765"/>
                    </a:cubicBezTo>
                    <a:cubicBezTo>
                      <a:pt x="3476" y="489139"/>
                      <a:pt x="4253" y="490475"/>
                      <a:pt x="5140" y="491700"/>
                    </a:cubicBezTo>
                    <a:cubicBezTo>
                      <a:pt x="5510" y="492294"/>
                      <a:pt x="5917" y="492887"/>
                      <a:pt x="6323" y="493444"/>
                    </a:cubicBezTo>
                    <a:cubicBezTo>
                      <a:pt x="7064" y="494372"/>
                      <a:pt x="7877" y="495226"/>
                      <a:pt x="8727" y="496042"/>
                    </a:cubicBezTo>
                    <a:cubicBezTo>
                      <a:pt x="9541" y="496933"/>
                      <a:pt x="10391" y="497749"/>
                      <a:pt x="11279" y="498491"/>
                    </a:cubicBezTo>
                    <a:cubicBezTo>
                      <a:pt x="11982" y="499011"/>
                      <a:pt x="12721" y="499494"/>
                      <a:pt x="13461" y="499939"/>
                    </a:cubicBezTo>
                    <a:cubicBezTo>
                      <a:pt x="14533" y="500682"/>
                      <a:pt x="15680" y="501349"/>
                      <a:pt x="16826" y="501906"/>
                    </a:cubicBezTo>
                    <a:cubicBezTo>
                      <a:pt x="17012" y="502017"/>
                      <a:pt x="17196" y="502167"/>
                      <a:pt x="17418" y="502278"/>
                    </a:cubicBezTo>
                    <a:cubicBezTo>
                      <a:pt x="115347" y="546557"/>
                      <a:pt x="208979" y="608609"/>
                      <a:pt x="290634" y="683737"/>
                    </a:cubicBezTo>
                    <a:cubicBezTo>
                      <a:pt x="372289" y="758865"/>
                      <a:pt x="439819" y="844892"/>
                      <a:pt x="487667" y="934529"/>
                    </a:cubicBezTo>
                    <a:lnTo>
                      <a:pt x="487667" y="934492"/>
                    </a:lnTo>
                    <a:cubicBezTo>
                      <a:pt x="491365" y="941469"/>
                      <a:pt x="497726" y="946628"/>
                      <a:pt x="505233" y="948892"/>
                    </a:cubicBezTo>
                    <a:cubicBezTo>
                      <a:pt x="512778" y="951153"/>
                      <a:pt x="520913" y="950336"/>
                      <a:pt x="527829" y="946554"/>
                    </a:cubicBezTo>
                    <a:cubicBezTo>
                      <a:pt x="542141" y="938797"/>
                      <a:pt x="547540" y="920833"/>
                      <a:pt x="539848" y="906432"/>
                    </a:cubicBezTo>
                    <a:cubicBezTo>
                      <a:pt x="526645" y="881750"/>
                      <a:pt x="512111" y="857477"/>
                      <a:pt x="496320" y="833574"/>
                    </a:cubicBezTo>
                    <a:cubicBezTo>
                      <a:pt x="542399" y="777345"/>
                      <a:pt x="576866" y="713096"/>
                      <a:pt x="598349" y="644514"/>
                    </a:cubicBezTo>
                    <a:cubicBezTo>
                      <a:pt x="615397" y="590103"/>
                      <a:pt x="624347" y="533024"/>
                      <a:pt x="624347" y="475046"/>
                    </a:cubicBezTo>
                    <a:cubicBezTo>
                      <a:pt x="624347" y="417071"/>
                      <a:pt x="615397" y="359992"/>
                      <a:pt x="598349" y="305577"/>
                    </a:cubicBezTo>
                    <a:cubicBezTo>
                      <a:pt x="576863" y="237026"/>
                      <a:pt x="542395" y="172775"/>
                      <a:pt x="496358" y="116583"/>
                    </a:cubicBezTo>
                    <a:cubicBezTo>
                      <a:pt x="512112" y="92681"/>
                      <a:pt x="526645" y="68333"/>
                      <a:pt x="539811" y="43689"/>
                    </a:cubicBezTo>
                    <a:lnTo>
                      <a:pt x="539848" y="43689"/>
                    </a:lnTo>
                    <a:cubicBezTo>
                      <a:pt x="547540" y="29288"/>
                      <a:pt x="542141" y="11362"/>
                      <a:pt x="527829" y="3567"/>
                    </a:cubicBezTo>
                    <a:cubicBezTo>
                      <a:pt x="523909" y="1451"/>
                      <a:pt x="519545" y="226"/>
                      <a:pt x="515107" y="41"/>
                    </a:cubicBezTo>
                    <a:close/>
                    <a:moveTo>
                      <a:pt x="460714" y="167052"/>
                    </a:moveTo>
                    <a:cubicBezTo>
                      <a:pt x="491225" y="206803"/>
                      <a:pt x="515447" y="250673"/>
                      <a:pt x="532902" y="297137"/>
                    </a:cubicBezTo>
                    <a:cubicBezTo>
                      <a:pt x="465892" y="329798"/>
                      <a:pt x="421880" y="398575"/>
                      <a:pt x="421880" y="475071"/>
                    </a:cubicBezTo>
                    <a:cubicBezTo>
                      <a:pt x="421880" y="551568"/>
                      <a:pt x="465850" y="620339"/>
                      <a:pt x="532902" y="653005"/>
                    </a:cubicBezTo>
                    <a:cubicBezTo>
                      <a:pt x="515484" y="699510"/>
                      <a:pt x="491225" y="743418"/>
                      <a:pt x="460714" y="783204"/>
                    </a:cubicBezTo>
                    <a:cubicBezTo>
                      <a:pt x="422587" y="732654"/>
                      <a:pt x="378875" y="684588"/>
                      <a:pt x="330577" y="640121"/>
                    </a:cubicBezTo>
                    <a:cubicBezTo>
                      <a:pt x="259794" y="574984"/>
                      <a:pt x="180767" y="519130"/>
                      <a:pt x="97228" y="475185"/>
                    </a:cubicBezTo>
                    <a:cubicBezTo>
                      <a:pt x="180769" y="431241"/>
                      <a:pt x="259762" y="375382"/>
                      <a:pt x="330577" y="310249"/>
                    </a:cubicBezTo>
                    <a:cubicBezTo>
                      <a:pt x="378876" y="265822"/>
                      <a:pt x="422588" y="217684"/>
                      <a:pt x="460714" y="167062"/>
                    </a:cubicBezTo>
                    <a:close/>
                    <a:moveTo>
                      <a:pt x="550617" y="354706"/>
                    </a:moveTo>
                    <a:cubicBezTo>
                      <a:pt x="560158" y="393789"/>
                      <a:pt x="565113" y="434170"/>
                      <a:pt x="565113" y="475033"/>
                    </a:cubicBezTo>
                    <a:cubicBezTo>
                      <a:pt x="565113" y="515860"/>
                      <a:pt x="560195" y="556241"/>
                      <a:pt x="550654" y="595322"/>
                    </a:cubicBezTo>
                    <a:cubicBezTo>
                      <a:pt x="508198" y="571123"/>
                      <a:pt x="481017" y="525657"/>
                      <a:pt x="481017" y="475033"/>
                    </a:cubicBezTo>
                    <a:cubicBezTo>
                      <a:pt x="481017" y="424445"/>
                      <a:pt x="508162" y="378907"/>
                      <a:pt x="550580" y="3547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43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84306" tIns="42153" rIns="84306" bIns="4215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660"/>
              </a:p>
            </p:txBody>
          </p:sp>
        </p:grp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455B0F69-F7AC-7482-687C-10EBA1F7FF12}"/>
              </a:ext>
            </a:extLst>
          </p:cNvPr>
          <p:cNvSpPr txBox="1"/>
          <p:nvPr/>
        </p:nvSpPr>
        <p:spPr>
          <a:xfrm>
            <a:off x="332383" y="430396"/>
            <a:ext cx="389850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18" dirty="0"/>
              <a:t>A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BF0EA17-FDC9-F252-24A0-99A4EA70EB2D}"/>
              </a:ext>
            </a:extLst>
          </p:cNvPr>
          <p:cNvSpPr txBox="1"/>
          <p:nvPr/>
        </p:nvSpPr>
        <p:spPr>
          <a:xfrm>
            <a:off x="329978" y="4404500"/>
            <a:ext cx="394660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18" dirty="0"/>
              <a:t>B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2479E4-7E28-96AB-26C5-D174FBD22A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0906" y="5083735"/>
            <a:ext cx="5372277" cy="5372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A47432-0B93-0A48-0257-8E839C3274E1}"/>
              </a:ext>
            </a:extLst>
          </p:cNvPr>
          <p:cNvSpPr txBox="1"/>
          <p:nvPr/>
        </p:nvSpPr>
        <p:spPr>
          <a:xfrm>
            <a:off x="6686413" y="4404500"/>
            <a:ext cx="426720" cy="5105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18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33611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</TotalTime>
  <Words>8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D'Ambrogio</dc:creator>
  <cp:lastModifiedBy>Simone D'Ambrogio</cp:lastModifiedBy>
  <cp:revision>32</cp:revision>
  <dcterms:created xsi:type="dcterms:W3CDTF">2025-04-25T13:42:56Z</dcterms:created>
  <dcterms:modified xsi:type="dcterms:W3CDTF">2025-07-04T18:48:17Z</dcterms:modified>
</cp:coreProperties>
</file>