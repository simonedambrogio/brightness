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3"/>
  </p:notesMasterIdLst>
  <p:sldIdLst>
    <p:sldId id="260" r:id="rId2"/>
  </p:sldIdLst>
  <p:sldSz cx="9720263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4" userDrawn="1">
          <p15:clr>
            <a:srgbClr val="A4A3A4"/>
          </p15:clr>
        </p15:guide>
        <p15:guide id="2" pos="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9E3"/>
    <a:srgbClr val="4155A5"/>
    <a:srgbClr val="5C2D80"/>
    <a:srgbClr val="F601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114"/>
    <p:restoredTop sz="97248"/>
  </p:normalViewPr>
  <p:slideViewPr>
    <p:cSldViewPr snapToGrid="0" showGuides="1">
      <p:cViewPr varScale="1">
        <p:scale>
          <a:sx n="166" d="100"/>
          <a:sy n="166" d="100"/>
        </p:scale>
        <p:origin x="1480" y="192"/>
      </p:cViewPr>
      <p:guideLst>
        <p:guide orient="horz" pos="454"/>
        <p:guide pos="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DC624-D5C3-D04C-B649-5454DB7A779C}" type="datetimeFigureOut">
              <a:rPr lang="en-US" smtClean="0"/>
              <a:t>7/3/25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6663" y="1143000"/>
            <a:ext cx="4384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07106-9859-4B4D-8E30-EAD418003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119505"/>
            <a:ext cx="8262224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3592866"/>
            <a:ext cx="7290197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4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9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1705386"/>
            <a:ext cx="8383727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4577779"/>
            <a:ext cx="8383727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82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82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45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1820976"/>
            <a:ext cx="4131112" cy="43402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1820976"/>
            <a:ext cx="4131112" cy="43402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1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364197"/>
            <a:ext cx="8383727" cy="1322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1676882"/>
            <a:ext cx="4112126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2498697"/>
            <a:ext cx="4112126" cy="36752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1676882"/>
            <a:ext cx="4132378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2498697"/>
            <a:ext cx="4132378" cy="36752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5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14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5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56036"/>
            <a:ext cx="3135038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984912"/>
            <a:ext cx="4920883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052161"/>
            <a:ext cx="3135038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56036"/>
            <a:ext cx="3135038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984912"/>
            <a:ext cx="4920883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052161"/>
            <a:ext cx="3135038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9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2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364195"/>
            <a:ext cx="2095932" cy="579704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364195"/>
            <a:ext cx="6166292" cy="579704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83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364197"/>
            <a:ext cx="8383727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1820976"/>
            <a:ext cx="8383727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6340167"/>
            <a:ext cx="218705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1DD95-2F7A-814C-93FC-55293BBF9003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6340167"/>
            <a:ext cx="328058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6340167"/>
            <a:ext cx="218705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FAF32-9698-734F-B8DB-20D17D3FF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7576-DF82-E58F-CA96-9AE9128B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B3D61DA-173B-48CE-31A1-4C6E799468EA}"/>
              </a:ext>
            </a:extLst>
          </p:cNvPr>
          <p:cNvGrpSpPr>
            <a:grpSpLocks noChangeAspect="1"/>
          </p:cNvGrpSpPr>
          <p:nvPr/>
        </p:nvGrpSpPr>
        <p:grpSpPr>
          <a:xfrm>
            <a:off x="492982" y="5454848"/>
            <a:ext cx="1263600" cy="965665"/>
            <a:chOff x="504825" y="4535670"/>
            <a:chExt cx="1684422" cy="12872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CE1B60-453B-3C3F-8128-8F6C416C8751}"/>
                </a:ext>
              </a:extLst>
            </p:cNvPr>
            <p:cNvSpPr/>
            <p:nvPr/>
          </p:nvSpPr>
          <p:spPr>
            <a:xfrm>
              <a:off x="504825" y="4607452"/>
              <a:ext cx="1684422" cy="12001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48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4DA9A5-5BDC-1256-FB20-DACD27D65F2E}"/>
                </a:ext>
              </a:extLst>
            </p:cNvPr>
            <p:cNvSpPr txBox="1"/>
            <p:nvPr/>
          </p:nvSpPr>
          <p:spPr>
            <a:xfrm>
              <a:off x="637647" y="4592105"/>
              <a:ext cx="729098" cy="12308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  <a:latin typeface="+mj-lt"/>
                </a:rPr>
                <a:t>+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1EE3E4-A22A-CB43-33FE-121FACED54C0}"/>
                </a:ext>
              </a:extLst>
            </p:cNvPr>
            <p:cNvSpPr txBox="1"/>
            <p:nvPr/>
          </p:nvSpPr>
          <p:spPr>
            <a:xfrm>
              <a:off x="1435263" y="4535670"/>
              <a:ext cx="568831" cy="12308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5400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-</a:t>
              </a:r>
            </a:p>
          </p:txBody>
        </p:sp>
      </p:grpSp>
      <p:grpSp>
        <p:nvGrpSpPr>
          <p:cNvPr id="11" name="Graphic 8">
            <a:extLst>
              <a:ext uri="{FF2B5EF4-FFF2-40B4-BE49-F238E27FC236}">
                <a16:creationId xmlns:a16="http://schemas.microsoft.com/office/drawing/2014/main" id="{DCC500FB-90F3-0042-C35E-E7E34C74D87F}"/>
              </a:ext>
            </a:extLst>
          </p:cNvPr>
          <p:cNvGrpSpPr>
            <a:grpSpLocks noChangeAspect="1"/>
          </p:cNvGrpSpPr>
          <p:nvPr/>
        </p:nvGrpSpPr>
        <p:grpSpPr>
          <a:xfrm>
            <a:off x="3875807" y="5508850"/>
            <a:ext cx="1062502" cy="900000"/>
            <a:chOff x="4350749" y="1678250"/>
            <a:chExt cx="857255" cy="726144"/>
          </a:xfrm>
          <a:solidFill>
            <a:srgbClr val="000000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5982257-F231-08E1-3A22-D9DB560BB8C1}"/>
                </a:ext>
              </a:extLst>
            </p:cNvPr>
            <p:cNvSpPr/>
            <p:nvPr/>
          </p:nvSpPr>
          <p:spPr>
            <a:xfrm>
              <a:off x="4932777" y="1842857"/>
              <a:ext cx="275226" cy="310649"/>
            </a:xfrm>
            <a:custGeom>
              <a:avLst/>
              <a:gdLst>
                <a:gd name="connsiteX0" fmla="*/ 267263 w 275226"/>
                <a:gd name="connsiteY0" fmla="*/ 409 h 310649"/>
                <a:gd name="connsiteX1" fmla="*/ 110015 w 275226"/>
                <a:gd name="connsiteY1" fmla="*/ 52708 h 310649"/>
                <a:gd name="connsiteX2" fmla="*/ 83154 w 275226"/>
                <a:gd name="connsiteY2" fmla="*/ 79240 h 310649"/>
                <a:gd name="connsiteX3" fmla="*/ 3183 w 275226"/>
                <a:gd name="connsiteY3" fmla="*/ 287558 h 310649"/>
                <a:gd name="connsiteX4" fmla="*/ 8259 w 275226"/>
                <a:gd name="connsiteY4" fmla="*/ 309961 h 310649"/>
                <a:gd name="connsiteX5" fmla="*/ 168203 w 275226"/>
                <a:gd name="connsiteY5" fmla="*/ 233511 h 310649"/>
                <a:gd name="connsiteX6" fmla="*/ 196530 w 275226"/>
                <a:gd name="connsiteY6" fmla="*/ 198068 h 310649"/>
                <a:gd name="connsiteX7" fmla="*/ 272102 w 275226"/>
                <a:gd name="connsiteY7" fmla="*/ 22613 h 310649"/>
                <a:gd name="connsiteX8" fmla="*/ 267263 w 275226"/>
                <a:gd name="connsiteY8" fmla="*/ 409 h 310649"/>
                <a:gd name="connsiteX9" fmla="*/ 160917 w 275226"/>
                <a:gd name="connsiteY9" fmla="*/ 135092 h 310649"/>
                <a:gd name="connsiteX10" fmla="*/ 133999 w 275226"/>
                <a:gd name="connsiteY10" fmla="*/ 162323 h 310649"/>
                <a:gd name="connsiteX11" fmla="*/ 125083 w 275226"/>
                <a:gd name="connsiteY11" fmla="*/ 149001 h 310649"/>
                <a:gd name="connsiteX12" fmla="*/ 151963 w 275226"/>
                <a:gd name="connsiteY12" fmla="*/ 122298 h 310649"/>
                <a:gd name="connsiteX13" fmla="*/ 160917 w 275226"/>
                <a:gd name="connsiteY13" fmla="*/ 135092 h 310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226" h="310649">
                  <a:moveTo>
                    <a:pt x="267263" y="409"/>
                  </a:moveTo>
                  <a:cubicBezTo>
                    <a:pt x="209713" y="18702"/>
                    <a:pt x="180948" y="31703"/>
                    <a:pt x="110015" y="52708"/>
                  </a:cubicBezTo>
                  <a:cubicBezTo>
                    <a:pt x="99461" y="55826"/>
                    <a:pt x="87288" y="67788"/>
                    <a:pt x="83154" y="79240"/>
                  </a:cubicBezTo>
                  <a:cubicBezTo>
                    <a:pt x="55341" y="156238"/>
                    <a:pt x="41016" y="185728"/>
                    <a:pt x="3183" y="287558"/>
                  </a:cubicBezTo>
                  <a:cubicBezTo>
                    <a:pt x="-2456" y="302714"/>
                    <a:pt x="-504" y="313542"/>
                    <a:pt x="8259" y="309961"/>
                  </a:cubicBezTo>
                  <a:cubicBezTo>
                    <a:pt x="67162" y="285885"/>
                    <a:pt x="105557" y="260166"/>
                    <a:pt x="168203" y="233511"/>
                  </a:cubicBezTo>
                  <a:cubicBezTo>
                    <a:pt x="177528" y="229542"/>
                    <a:pt x="190539" y="212619"/>
                    <a:pt x="196530" y="198068"/>
                  </a:cubicBezTo>
                  <a:cubicBezTo>
                    <a:pt x="236793" y="100311"/>
                    <a:pt x="235459" y="114475"/>
                    <a:pt x="272102" y="22613"/>
                  </a:cubicBezTo>
                  <a:cubicBezTo>
                    <a:pt x="277550" y="8941"/>
                    <a:pt x="275836" y="-2312"/>
                    <a:pt x="267263" y="409"/>
                  </a:cubicBezTo>
                  <a:close/>
                  <a:moveTo>
                    <a:pt x="160917" y="135092"/>
                  </a:moveTo>
                  <a:cubicBezTo>
                    <a:pt x="156116" y="145694"/>
                    <a:pt x="144029" y="158100"/>
                    <a:pt x="133999" y="162323"/>
                  </a:cubicBezTo>
                  <a:cubicBezTo>
                    <a:pt x="123979" y="166547"/>
                    <a:pt x="120035" y="160349"/>
                    <a:pt x="125083" y="149001"/>
                  </a:cubicBezTo>
                  <a:cubicBezTo>
                    <a:pt x="130141" y="137643"/>
                    <a:pt x="142200" y="125785"/>
                    <a:pt x="151963" y="122298"/>
                  </a:cubicBezTo>
                  <a:cubicBezTo>
                    <a:pt x="161736" y="118793"/>
                    <a:pt x="165727" y="124481"/>
                    <a:pt x="160917" y="13509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70FAABF-85CE-F16B-0ED1-5A33CA72DACB}"/>
                </a:ext>
              </a:extLst>
            </p:cNvPr>
            <p:cNvSpPr/>
            <p:nvPr/>
          </p:nvSpPr>
          <p:spPr>
            <a:xfrm>
              <a:off x="4799034" y="1678250"/>
              <a:ext cx="405610" cy="204625"/>
            </a:xfrm>
            <a:custGeom>
              <a:avLst/>
              <a:gdLst>
                <a:gd name="connsiteX0" fmla="*/ 7586 w 405610"/>
                <a:gd name="connsiteY0" fmla="*/ 51300 h 204625"/>
                <a:gd name="connsiteX1" fmla="*/ 197867 w 405610"/>
                <a:gd name="connsiteY1" fmla="*/ 196046 h 204625"/>
                <a:gd name="connsiteX2" fmla="*/ 246950 w 405610"/>
                <a:gd name="connsiteY2" fmla="*/ 202216 h 204625"/>
                <a:gd name="connsiteX3" fmla="*/ 401483 w 405610"/>
                <a:gd name="connsiteY3" fmla="*/ 151098 h 204625"/>
                <a:gd name="connsiteX4" fmla="*/ 393368 w 405610"/>
                <a:gd name="connsiteY4" fmla="*/ 131425 h 204625"/>
                <a:gd name="connsiteX5" fmla="*/ 218727 w 405610"/>
                <a:gd name="connsiteY5" fmla="*/ 10537 h 204625"/>
                <a:gd name="connsiteX6" fmla="*/ 178570 w 405610"/>
                <a:gd name="connsiteY6" fmla="*/ 371 h 204625"/>
                <a:gd name="connsiteX7" fmla="*/ 10558 w 405610"/>
                <a:gd name="connsiteY7" fmla="*/ 29237 h 204625"/>
                <a:gd name="connsiteX8" fmla="*/ 7586 w 405610"/>
                <a:gd name="connsiteY8" fmla="*/ 51300 h 204625"/>
                <a:gd name="connsiteX9" fmla="*/ 299270 w 405610"/>
                <a:gd name="connsiteY9" fmla="*/ 104676 h 204625"/>
                <a:gd name="connsiteX10" fmla="*/ 335113 w 405610"/>
                <a:gd name="connsiteY10" fmla="*/ 114427 h 204625"/>
                <a:gd name="connsiteX11" fmla="*/ 343324 w 405610"/>
                <a:gd name="connsiteY11" fmla="*/ 133778 h 204625"/>
                <a:gd name="connsiteX12" fmla="*/ 307052 w 405610"/>
                <a:gd name="connsiteY12" fmla="*/ 123507 h 204625"/>
                <a:gd name="connsiteX13" fmla="*/ 299270 w 405610"/>
                <a:gd name="connsiteY13" fmla="*/ 104676 h 204625"/>
                <a:gd name="connsiteX14" fmla="*/ 258227 w 405610"/>
                <a:gd name="connsiteY14" fmla="*/ 118103 h 204625"/>
                <a:gd name="connsiteX15" fmla="*/ 295289 w 405610"/>
                <a:gd name="connsiteY15" fmla="*/ 127580 h 204625"/>
                <a:gd name="connsiteX16" fmla="*/ 303728 w 405610"/>
                <a:gd name="connsiteY16" fmla="*/ 147630 h 204625"/>
                <a:gd name="connsiteX17" fmla="*/ 264876 w 405610"/>
                <a:gd name="connsiteY17" fmla="*/ 138200 h 204625"/>
                <a:gd name="connsiteX18" fmla="*/ 258227 w 405610"/>
                <a:gd name="connsiteY18" fmla="*/ 118103 h 204625"/>
                <a:gd name="connsiteX19" fmla="*/ 252465 w 405610"/>
                <a:gd name="connsiteY19" fmla="*/ 165498 h 204625"/>
                <a:gd name="connsiteX20" fmla="*/ 206792 w 405610"/>
                <a:gd name="connsiteY20" fmla="*/ 157731 h 204625"/>
                <a:gd name="connsiteX21" fmla="*/ 207411 w 405610"/>
                <a:gd name="connsiteY21" fmla="*/ 134969 h 204625"/>
                <a:gd name="connsiteX22" fmla="*/ 249912 w 405610"/>
                <a:gd name="connsiteY22" fmla="*/ 143369 h 204625"/>
                <a:gd name="connsiteX23" fmla="*/ 252465 w 405610"/>
                <a:gd name="connsiteY23" fmla="*/ 165498 h 204625"/>
                <a:gd name="connsiteX24" fmla="*/ 181437 w 405610"/>
                <a:gd name="connsiteY24" fmla="*/ 26723 h 204625"/>
                <a:gd name="connsiteX25" fmla="*/ 220222 w 405610"/>
                <a:gd name="connsiteY25" fmla="*/ 37126 h 204625"/>
                <a:gd name="connsiteX26" fmla="*/ 223242 w 405610"/>
                <a:gd name="connsiteY26" fmla="*/ 54408 h 204625"/>
                <a:gd name="connsiteX27" fmla="*/ 185685 w 405610"/>
                <a:gd name="connsiteY27" fmla="*/ 44279 h 204625"/>
                <a:gd name="connsiteX28" fmla="*/ 181437 w 405610"/>
                <a:gd name="connsiteY28" fmla="*/ 26723 h 204625"/>
                <a:gd name="connsiteX29" fmla="*/ 132345 w 405610"/>
                <a:gd name="connsiteY29" fmla="*/ 36106 h 204625"/>
                <a:gd name="connsiteX30" fmla="*/ 171635 w 405610"/>
                <a:gd name="connsiteY30" fmla="*/ 47293 h 204625"/>
                <a:gd name="connsiteX31" fmla="*/ 176960 w 405610"/>
                <a:gd name="connsiteY31" fmla="*/ 65492 h 204625"/>
                <a:gd name="connsiteX32" fmla="*/ 137364 w 405610"/>
                <a:gd name="connsiteY32" fmla="*/ 54928 h 204625"/>
                <a:gd name="connsiteX33" fmla="*/ 132345 w 405610"/>
                <a:gd name="connsiteY33" fmla="*/ 36106 h 204625"/>
                <a:gd name="connsiteX34" fmla="*/ 78662 w 405610"/>
                <a:gd name="connsiteY34" fmla="*/ 47199 h 204625"/>
                <a:gd name="connsiteX35" fmla="*/ 121591 w 405610"/>
                <a:gd name="connsiteY35" fmla="*/ 58518 h 204625"/>
                <a:gd name="connsiteX36" fmla="*/ 124220 w 405610"/>
                <a:gd name="connsiteY36" fmla="*/ 78909 h 204625"/>
                <a:gd name="connsiteX37" fmla="*/ 79271 w 405610"/>
                <a:gd name="connsiteY37" fmla="*/ 68600 h 204625"/>
                <a:gd name="connsiteX38" fmla="*/ 78662 w 405610"/>
                <a:gd name="connsiteY38" fmla="*/ 47199 h 20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05610" h="204625">
                  <a:moveTo>
                    <a:pt x="7586" y="51300"/>
                  </a:moveTo>
                  <a:cubicBezTo>
                    <a:pt x="84672" y="114210"/>
                    <a:pt x="125315" y="139296"/>
                    <a:pt x="197867" y="196046"/>
                  </a:cubicBezTo>
                  <a:cubicBezTo>
                    <a:pt x="208669" y="204502"/>
                    <a:pt x="231729" y="207006"/>
                    <a:pt x="246950" y="202216"/>
                  </a:cubicBezTo>
                  <a:cubicBezTo>
                    <a:pt x="349229" y="170090"/>
                    <a:pt x="348762" y="166121"/>
                    <a:pt x="401483" y="151098"/>
                  </a:cubicBezTo>
                  <a:cubicBezTo>
                    <a:pt x="409332" y="148868"/>
                    <a:pt x="405636" y="139788"/>
                    <a:pt x="393368" y="131425"/>
                  </a:cubicBezTo>
                  <a:cubicBezTo>
                    <a:pt x="311005" y="75318"/>
                    <a:pt x="291507" y="59633"/>
                    <a:pt x="218727" y="10537"/>
                  </a:cubicBezTo>
                  <a:cubicBezTo>
                    <a:pt x="207897" y="3234"/>
                    <a:pt x="189161" y="-1378"/>
                    <a:pt x="178570" y="371"/>
                  </a:cubicBezTo>
                  <a:cubicBezTo>
                    <a:pt x="107332" y="12049"/>
                    <a:pt x="94292" y="12427"/>
                    <a:pt x="10558" y="29237"/>
                  </a:cubicBezTo>
                  <a:cubicBezTo>
                    <a:pt x="-1901" y="31741"/>
                    <a:pt x="-3891" y="41936"/>
                    <a:pt x="7586" y="51300"/>
                  </a:cubicBezTo>
                  <a:close/>
                  <a:moveTo>
                    <a:pt x="299270" y="104676"/>
                  </a:moveTo>
                  <a:cubicBezTo>
                    <a:pt x="307176" y="102210"/>
                    <a:pt x="323169" y="106424"/>
                    <a:pt x="335113" y="114427"/>
                  </a:cubicBezTo>
                  <a:cubicBezTo>
                    <a:pt x="347057" y="122449"/>
                    <a:pt x="350858" y="131284"/>
                    <a:pt x="343324" y="133778"/>
                  </a:cubicBezTo>
                  <a:cubicBezTo>
                    <a:pt x="335789" y="136273"/>
                    <a:pt x="319378" y="131558"/>
                    <a:pt x="307052" y="123507"/>
                  </a:cubicBezTo>
                  <a:cubicBezTo>
                    <a:pt x="294727" y="115476"/>
                    <a:pt x="291346" y="107133"/>
                    <a:pt x="299270" y="104676"/>
                  </a:cubicBezTo>
                  <a:close/>
                  <a:moveTo>
                    <a:pt x="258227" y="118103"/>
                  </a:moveTo>
                  <a:cubicBezTo>
                    <a:pt x="266685" y="115258"/>
                    <a:pt x="282840" y="119482"/>
                    <a:pt x="295289" y="127580"/>
                  </a:cubicBezTo>
                  <a:cubicBezTo>
                    <a:pt x="307729" y="135658"/>
                    <a:pt x="312053" y="144663"/>
                    <a:pt x="303728" y="147630"/>
                  </a:cubicBezTo>
                  <a:cubicBezTo>
                    <a:pt x="295413" y="150606"/>
                    <a:pt x="277449" y="146421"/>
                    <a:pt x="264876" y="138200"/>
                  </a:cubicBezTo>
                  <a:cubicBezTo>
                    <a:pt x="252293" y="129989"/>
                    <a:pt x="249788" y="120937"/>
                    <a:pt x="258227" y="118103"/>
                  </a:cubicBezTo>
                  <a:close/>
                  <a:moveTo>
                    <a:pt x="252465" y="165498"/>
                  </a:moveTo>
                  <a:cubicBezTo>
                    <a:pt x="240396" y="169570"/>
                    <a:pt x="219013" y="166301"/>
                    <a:pt x="206792" y="157731"/>
                  </a:cubicBezTo>
                  <a:cubicBezTo>
                    <a:pt x="194572" y="149161"/>
                    <a:pt x="195696" y="138767"/>
                    <a:pt x="207411" y="134969"/>
                  </a:cubicBezTo>
                  <a:cubicBezTo>
                    <a:pt x="219146" y="131161"/>
                    <a:pt x="237367" y="135073"/>
                    <a:pt x="249912" y="143369"/>
                  </a:cubicBezTo>
                  <a:cubicBezTo>
                    <a:pt x="262466" y="151665"/>
                    <a:pt x="264533" y="161425"/>
                    <a:pt x="252465" y="165498"/>
                  </a:cubicBezTo>
                  <a:close/>
                  <a:moveTo>
                    <a:pt x="181437" y="26723"/>
                  </a:moveTo>
                  <a:cubicBezTo>
                    <a:pt x="191219" y="24900"/>
                    <a:pt x="209040" y="29624"/>
                    <a:pt x="220222" y="37126"/>
                  </a:cubicBezTo>
                  <a:cubicBezTo>
                    <a:pt x="231414" y="44619"/>
                    <a:pt x="232386" y="52311"/>
                    <a:pt x="223242" y="54408"/>
                  </a:cubicBezTo>
                  <a:cubicBezTo>
                    <a:pt x="214088" y="56515"/>
                    <a:pt x="197515" y="52065"/>
                    <a:pt x="185685" y="44279"/>
                  </a:cubicBezTo>
                  <a:cubicBezTo>
                    <a:pt x="173855" y="36503"/>
                    <a:pt x="171645" y="28547"/>
                    <a:pt x="181437" y="26723"/>
                  </a:cubicBezTo>
                  <a:close/>
                  <a:moveTo>
                    <a:pt x="132345" y="36106"/>
                  </a:moveTo>
                  <a:cubicBezTo>
                    <a:pt x="141955" y="34216"/>
                    <a:pt x="159567" y="39375"/>
                    <a:pt x="171635" y="47293"/>
                  </a:cubicBezTo>
                  <a:cubicBezTo>
                    <a:pt x="183704" y="55211"/>
                    <a:pt x="186171" y="63214"/>
                    <a:pt x="176960" y="65492"/>
                  </a:cubicBezTo>
                  <a:cubicBezTo>
                    <a:pt x="167759" y="67778"/>
                    <a:pt x="149823" y="63243"/>
                    <a:pt x="137364" y="54928"/>
                  </a:cubicBezTo>
                  <a:cubicBezTo>
                    <a:pt x="124906" y="46603"/>
                    <a:pt x="122743" y="37996"/>
                    <a:pt x="132345" y="36106"/>
                  </a:cubicBezTo>
                  <a:close/>
                  <a:moveTo>
                    <a:pt x="78662" y="47199"/>
                  </a:moveTo>
                  <a:cubicBezTo>
                    <a:pt x="90263" y="44685"/>
                    <a:pt x="109056" y="50024"/>
                    <a:pt x="121591" y="58518"/>
                  </a:cubicBezTo>
                  <a:cubicBezTo>
                    <a:pt x="134135" y="67013"/>
                    <a:pt x="135888" y="75876"/>
                    <a:pt x="124220" y="78909"/>
                  </a:cubicBezTo>
                  <a:cubicBezTo>
                    <a:pt x="112561" y="81923"/>
                    <a:pt x="91768" y="77614"/>
                    <a:pt x="79271" y="68600"/>
                  </a:cubicBezTo>
                  <a:cubicBezTo>
                    <a:pt x="66794" y="59596"/>
                    <a:pt x="67070" y="49712"/>
                    <a:pt x="78662" y="4719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17FE3E0-8B67-2D23-6528-0857C0235D78}"/>
                </a:ext>
              </a:extLst>
            </p:cNvPr>
            <p:cNvSpPr/>
            <p:nvPr/>
          </p:nvSpPr>
          <p:spPr>
            <a:xfrm>
              <a:off x="4606533" y="1918966"/>
              <a:ext cx="313660" cy="473224"/>
            </a:xfrm>
            <a:custGeom>
              <a:avLst/>
              <a:gdLst>
                <a:gd name="connsiteX0" fmla="*/ 248712 w 313660"/>
                <a:gd name="connsiteY0" fmla="*/ 15472 h 473224"/>
                <a:gd name="connsiteX1" fmla="*/ 217461 w 313660"/>
                <a:gd name="connsiteY1" fmla="*/ 4237 h 473224"/>
                <a:gd name="connsiteX2" fmla="*/ 20884 w 313660"/>
                <a:gd name="connsiteY2" fmla="*/ 135765 h 473224"/>
                <a:gd name="connsiteX3" fmla="*/ 1243 w 313660"/>
                <a:gd name="connsiteY3" fmla="*/ 182461 h 473224"/>
                <a:gd name="connsiteX4" fmla="*/ 85139 w 313660"/>
                <a:gd name="connsiteY4" fmla="*/ 458677 h 473224"/>
                <a:gd name="connsiteX5" fmla="*/ 128202 w 313660"/>
                <a:gd name="connsiteY5" fmla="*/ 463374 h 473224"/>
                <a:gd name="connsiteX6" fmla="*/ 304843 w 313660"/>
                <a:gd name="connsiteY6" fmla="*/ 311097 h 473224"/>
                <a:gd name="connsiteX7" fmla="*/ 312434 w 313660"/>
                <a:gd name="connsiteY7" fmla="*/ 275919 h 473224"/>
                <a:gd name="connsiteX8" fmla="*/ 248712 w 313660"/>
                <a:gd name="connsiteY8" fmla="*/ 15472 h 473224"/>
                <a:gd name="connsiteX9" fmla="*/ 97636 w 313660"/>
                <a:gd name="connsiteY9" fmla="*/ 210486 h 473224"/>
                <a:gd name="connsiteX10" fmla="*/ 60793 w 313660"/>
                <a:gd name="connsiteY10" fmla="*/ 199440 h 473224"/>
                <a:gd name="connsiteX11" fmla="*/ 76272 w 313660"/>
                <a:gd name="connsiteY11" fmla="*/ 152735 h 473224"/>
                <a:gd name="connsiteX12" fmla="*/ 110333 w 313660"/>
                <a:gd name="connsiteY12" fmla="*/ 165132 h 473224"/>
                <a:gd name="connsiteX13" fmla="*/ 97636 w 313660"/>
                <a:gd name="connsiteY13" fmla="*/ 210486 h 473224"/>
                <a:gd name="connsiteX14" fmla="*/ 159453 w 313660"/>
                <a:gd name="connsiteY14" fmla="*/ 379005 h 473224"/>
                <a:gd name="connsiteX15" fmla="*/ 120430 w 313660"/>
                <a:gd name="connsiteY15" fmla="*/ 370161 h 473224"/>
                <a:gd name="connsiteX16" fmla="*/ 137965 w 313660"/>
                <a:gd name="connsiteY16" fmla="*/ 318977 h 473224"/>
                <a:gd name="connsiteX17" fmla="*/ 173570 w 313660"/>
                <a:gd name="connsiteY17" fmla="*/ 329938 h 473224"/>
                <a:gd name="connsiteX18" fmla="*/ 159453 w 313660"/>
                <a:gd name="connsiteY18" fmla="*/ 379005 h 473224"/>
                <a:gd name="connsiteX19" fmla="*/ 191772 w 313660"/>
                <a:gd name="connsiteY19" fmla="*/ 247667 h 473224"/>
                <a:gd name="connsiteX20" fmla="*/ 160473 w 313660"/>
                <a:gd name="connsiteY20" fmla="*/ 233588 h 473224"/>
                <a:gd name="connsiteX21" fmla="*/ 169388 w 313660"/>
                <a:gd name="connsiteY21" fmla="*/ 190284 h 473224"/>
                <a:gd name="connsiteX22" fmla="*/ 199401 w 313660"/>
                <a:gd name="connsiteY22" fmla="*/ 205308 h 473224"/>
                <a:gd name="connsiteX23" fmla="*/ 191772 w 313660"/>
                <a:gd name="connsiteY23" fmla="*/ 247667 h 473224"/>
                <a:gd name="connsiteX24" fmla="*/ 214317 w 313660"/>
                <a:gd name="connsiteY24" fmla="*/ 127384 h 473224"/>
                <a:gd name="connsiteX25" fmla="*/ 184771 w 313660"/>
                <a:gd name="connsiteY25" fmla="*/ 112058 h 473224"/>
                <a:gd name="connsiteX26" fmla="*/ 194915 w 313660"/>
                <a:gd name="connsiteY26" fmla="*/ 69547 h 473224"/>
                <a:gd name="connsiteX27" fmla="*/ 225281 w 313660"/>
                <a:gd name="connsiteY27" fmla="*/ 84118 h 473224"/>
                <a:gd name="connsiteX28" fmla="*/ 214317 w 313660"/>
                <a:gd name="connsiteY28" fmla="*/ 127384 h 473224"/>
                <a:gd name="connsiteX29" fmla="*/ 270210 w 313660"/>
                <a:gd name="connsiteY29" fmla="*/ 290838 h 473224"/>
                <a:gd name="connsiteX30" fmla="*/ 244569 w 313660"/>
                <a:gd name="connsiteY30" fmla="*/ 275588 h 473224"/>
                <a:gd name="connsiteX31" fmla="*/ 251151 w 313660"/>
                <a:gd name="connsiteY31" fmla="*/ 235138 h 473224"/>
                <a:gd name="connsiteX32" fmla="*/ 276963 w 313660"/>
                <a:gd name="connsiteY32" fmla="*/ 251541 h 473224"/>
                <a:gd name="connsiteX33" fmla="*/ 270210 w 313660"/>
                <a:gd name="connsiteY33" fmla="*/ 290838 h 47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3660" h="473224">
                  <a:moveTo>
                    <a:pt x="248712" y="15472"/>
                  </a:moveTo>
                  <a:cubicBezTo>
                    <a:pt x="245188" y="231"/>
                    <a:pt x="230624" y="-4229"/>
                    <a:pt x="217461" y="4237"/>
                  </a:cubicBezTo>
                  <a:cubicBezTo>
                    <a:pt x="129002" y="61044"/>
                    <a:pt x="119953" y="73251"/>
                    <a:pt x="20884" y="135765"/>
                  </a:cubicBezTo>
                  <a:cubicBezTo>
                    <a:pt x="6130" y="145072"/>
                    <a:pt x="-3567" y="166454"/>
                    <a:pt x="1243" y="182461"/>
                  </a:cubicBezTo>
                  <a:cubicBezTo>
                    <a:pt x="33552" y="290177"/>
                    <a:pt x="51954" y="339594"/>
                    <a:pt x="85139" y="458677"/>
                  </a:cubicBezTo>
                  <a:cubicBezTo>
                    <a:pt x="90083" y="476422"/>
                    <a:pt x="110543" y="477868"/>
                    <a:pt x="128202" y="463374"/>
                  </a:cubicBezTo>
                  <a:cubicBezTo>
                    <a:pt x="246836" y="365966"/>
                    <a:pt x="256237" y="353059"/>
                    <a:pt x="304843" y="311097"/>
                  </a:cubicBezTo>
                  <a:cubicBezTo>
                    <a:pt x="312082" y="304851"/>
                    <a:pt x="315740" y="289572"/>
                    <a:pt x="312434" y="275919"/>
                  </a:cubicBezTo>
                  <a:cubicBezTo>
                    <a:pt x="290241" y="184322"/>
                    <a:pt x="272420" y="117982"/>
                    <a:pt x="248712" y="15472"/>
                  </a:cubicBezTo>
                  <a:close/>
                  <a:moveTo>
                    <a:pt x="97636" y="210486"/>
                  </a:moveTo>
                  <a:cubicBezTo>
                    <a:pt x="83834" y="220152"/>
                    <a:pt x="66480" y="215673"/>
                    <a:pt x="60793" y="199440"/>
                  </a:cubicBezTo>
                  <a:cubicBezTo>
                    <a:pt x="55107" y="183207"/>
                    <a:pt x="62832" y="161919"/>
                    <a:pt x="76272" y="152735"/>
                  </a:cubicBezTo>
                  <a:cubicBezTo>
                    <a:pt x="89721" y="143532"/>
                    <a:pt x="104294" y="149390"/>
                    <a:pt x="110333" y="165132"/>
                  </a:cubicBezTo>
                  <a:cubicBezTo>
                    <a:pt x="116362" y="180883"/>
                    <a:pt x="111447" y="200801"/>
                    <a:pt x="97636" y="210486"/>
                  </a:cubicBezTo>
                  <a:close/>
                  <a:moveTo>
                    <a:pt x="159453" y="379005"/>
                  </a:moveTo>
                  <a:cubicBezTo>
                    <a:pt x="144699" y="390589"/>
                    <a:pt x="126183" y="387244"/>
                    <a:pt x="120430" y="370161"/>
                  </a:cubicBezTo>
                  <a:cubicBezTo>
                    <a:pt x="114686" y="353078"/>
                    <a:pt x="123506" y="329645"/>
                    <a:pt x="137965" y="318977"/>
                  </a:cubicBezTo>
                  <a:cubicBezTo>
                    <a:pt x="152443" y="308290"/>
                    <a:pt x="167531" y="313771"/>
                    <a:pt x="173570" y="329938"/>
                  </a:cubicBezTo>
                  <a:cubicBezTo>
                    <a:pt x="179618" y="346123"/>
                    <a:pt x="174236" y="367421"/>
                    <a:pt x="159453" y="379005"/>
                  </a:cubicBezTo>
                  <a:close/>
                  <a:moveTo>
                    <a:pt x="191772" y="247667"/>
                  </a:moveTo>
                  <a:cubicBezTo>
                    <a:pt x="181161" y="255462"/>
                    <a:pt x="166692" y="249472"/>
                    <a:pt x="160473" y="233588"/>
                  </a:cubicBezTo>
                  <a:cubicBezTo>
                    <a:pt x="154243" y="217667"/>
                    <a:pt x="158606" y="198070"/>
                    <a:pt x="169388" y="190284"/>
                  </a:cubicBezTo>
                  <a:cubicBezTo>
                    <a:pt x="180151" y="182508"/>
                    <a:pt x="193343" y="189396"/>
                    <a:pt x="199401" y="205308"/>
                  </a:cubicBezTo>
                  <a:cubicBezTo>
                    <a:pt x="205459" y="221191"/>
                    <a:pt x="202373" y="239881"/>
                    <a:pt x="191772" y="247667"/>
                  </a:cubicBezTo>
                  <a:close/>
                  <a:moveTo>
                    <a:pt x="214317" y="127384"/>
                  </a:moveTo>
                  <a:cubicBezTo>
                    <a:pt x="203583" y="134820"/>
                    <a:pt x="190476" y="127847"/>
                    <a:pt x="184771" y="112058"/>
                  </a:cubicBezTo>
                  <a:cubicBezTo>
                    <a:pt x="179065" y="96269"/>
                    <a:pt x="183399" y="77447"/>
                    <a:pt x="194915" y="69547"/>
                  </a:cubicBezTo>
                  <a:cubicBezTo>
                    <a:pt x="206421" y="61658"/>
                    <a:pt x="220356" y="67856"/>
                    <a:pt x="225281" y="84118"/>
                  </a:cubicBezTo>
                  <a:cubicBezTo>
                    <a:pt x="230196" y="100369"/>
                    <a:pt x="225033" y="119947"/>
                    <a:pt x="214317" y="127384"/>
                  </a:cubicBezTo>
                  <a:close/>
                  <a:moveTo>
                    <a:pt x="270210" y="290838"/>
                  </a:moveTo>
                  <a:cubicBezTo>
                    <a:pt x="261733" y="297471"/>
                    <a:pt x="250189" y="291018"/>
                    <a:pt x="244569" y="275588"/>
                  </a:cubicBezTo>
                  <a:cubicBezTo>
                    <a:pt x="238949" y="260158"/>
                    <a:pt x="241854" y="241809"/>
                    <a:pt x="251151" y="235138"/>
                  </a:cubicBezTo>
                  <a:cubicBezTo>
                    <a:pt x="260437" y="228467"/>
                    <a:pt x="272172" y="236083"/>
                    <a:pt x="276963" y="251541"/>
                  </a:cubicBezTo>
                  <a:cubicBezTo>
                    <a:pt x="281764" y="267008"/>
                    <a:pt x="278668" y="284215"/>
                    <a:pt x="270210" y="29083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771E988-F2DD-39CC-169D-433ADE6354B7}"/>
                </a:ext>
              </a:extLst>
            </p:cNvPr>
            <p:cNvSpPr/>
            <p:nvPr/>
          </p:nvSpPr>
          <p:spPr>
            <a:xfrm>
              <a:off x="4359636" y="1884500"/>
              <a:ext cx="463826" cy="172684"/>
            </a:xfrm>
            <a:custGeom>
              <a:avLst/>
              <a:gdLst>
                <a:gd name="connsiteX0" fmla="*/ 6624 w 463826"/>
                <a:gd name="connsiteY0" fmla="*/ 144870 h 172684"/>
                <a:gd name="connsiteX1" fmla="*/ 196229 w 463826"/>
                <a:gd name="connsiteY1" fmla="*/ 172319 h 172684"/>
                <a:gd name="connsiteX2" fmla="*/ 247930 w 463826"/>
                <a:gd name="connsiteY2" fmla="*/ 159676 h 172684"/>
                <a:gd name="connsiteX3" fmla="*/ 457052 w 463826"/>
                <a:gd name="connsiteY3" fmla="*/ 26874 h 172684"/>
                <a:gd name="connsiteX4" fmla="*/ 449994 w 463826"/>
                <a:gd name="connsiteY4" fmla="*/ 10253 h 172684"/>
                <a:gd name="connsiteX5" fmla="*/ 257941 w 463826"/>
                <a:gd name="connsiteY5" fmla="*/ 77 h 172684"/>
                <a:gd name="connsiteX6" fmla="*/ 208192 w 463826"/>
                <a:gd name="connsiteY6" fmla="*/ 12001 h 172684"/>
                <a:gd name="connsiteX7" fmla="*/ 13206 w 463826"/>
                <a:gd name="connsiteY7" fmla="*/ 125462 h 172684"/>
                <a:gd name="connsiteX8" fmla="*/ 6624 w 463826"/>
                <a:gd name="connsiteY8" fmla="*/ 144870 h 172684"/>
                <a:gd name="connsiteX9" fmla="*/ 333236 w 463826"/>
                <a:gd name="connsiteY9" fmla="*/ 45081 h 172684"/>
                <a:gd name="connsiteX10" fmla="*/ 377575 w 463826"/>
                <a:gd name="connsiteY10" fmla="*/ 32155 h 172684"/>
                <a:gd name="connsiteX11" fmla="*/ 379861 w 463826"/>
                <a:gd name="connsiteY11" fmla="*/ 48464 h 172684"/>
                <a:gd name="connsiteX12" fmla="*/ 333217 w 463826"/>
                <a:gd name="connsiteY12" fmla="*/ 60814 h 172684"/>
                <a:gd name="connsiteX13" fmla="*/ 333236 w 463826"/>
                <a:gd name="connsiteY13" fmla="*/ 45081 h 172684"/>
                <a:gd name="connsiteX14" fmla="*/ 212526 w 463826"/>
                <a:gd name="connsiteY14" fmla="*/ 76470 h 172684"/>
                <a:gd name="connsiteX15" fmla="*/ 254731 w 463826"/>
                <a:gd name="connsiteY15" fmla="*/ 66096 h 172684"/>
                <a:gd name="connsiteX16" fmla="*/ 252055 w 463826"/>
                <a:gd name="connsiteY16" fmla="*/ 81450 h 172684"/>
                <a:gd name="connsiteX17" fmla="*/ 209011 w 463826"/>
                <a:gd name="connsiteY17" fmla="*/ 92023 h 172684"/>
                <a:gd name="connsiteX18" fmla="*/ 212526 w 463826"/>
                <a:gd name="connsiteY18" fmla="*/ 76470 h 172684"/>
                <a:gd name="connsiteX19" fmla="*/ 86786 w 463826"/>
                <a:gd name="connsiteY19" fmla="*/ 106215 h 172684"/>
                <a:gd name="connsiteX20" fmla="*/ 132382 w 463826"/>
                <a:gd name="connsiteY20" fmla="*/ 95340 h 172684"/>
                <a:gd name="connsiteX21" fmla="*/ 127734 w 463826"/>
                <a:gd name="connsiteY21" fmla="*/ 112092 h 172684"/>
                <a:gd name="connsiteX22" fmla="*/ 81424 w 463826"/>
                <a:gd name="connsiteY22" fmla="*/ 124121 h 172684"/>
                <a:gd name="connsiteX23" fmla="*/ 86786 w 463826"/>
                <a:gd name="connsiteY23" fmla="*/ 106215 h 17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63826" h="172684">
                  <a:moveTo>
                    <a:pt x="6624" y="144870"/>
                  </a:moveTo>
                  <a:cubicBezTo>
                    <a:pt x="81357" y="154943"/>
                    <a:pt x="103655" y="159412"/>
                    <a:pt x="196229" y="172319"/>
                  </a:cubicBezTo>
                  <a:cubicBezTo>
                    <a:pt x="210002" y="174237"/>
                    <a:pt x="233957" y="168388"/>
                    <a:pt x="247930" y="159676"/>
                  </a:cubicBezTo>
                  <a:cubicBezTo>
                    <a:pt x="341837" y="101207"/>
                    <a:pt x="378318" y="83850"/>
                    <a:pt x="457052" y="26874"/>
                  </a:cubicBezTo>
                  <a:cubicBezTo>
                    <a:pt x="468767" y="18407"/>
                    <a:pt x="464567" y="10735"/>
                    <a:pt x="449994" y="10253"/>
                  </a:cubicBezTo>
                  <a:cubicBezTo>
                    <a:pt x="352029" y="6993"/>
                    <a:pt x="354134" y="5510"/>
                    <a:pt x="257941" y="77"/>
                  </a:cubicBezTo>
                  <a:cubicBezTo>
                    <a:pt x="243634" y="-726"/>
                    <a:pt x="219974" y="4877"/>
                    <a:pt x="208192" y="12001"/>
                  </a:cubicBezTo>
                  <a:cubicBezTo>
                    <a:pt x="129049" y="59831"/>
                    <a:pt x="109675" y="66880"/>
                    <a:pt x="13206" y="125462"/>
                  </a:cubicBezTo>
                  <a:cubicBezTo>
                    <a:pt x="-1149" y="134184"/>
                    <a:pt x="-4501" y="143368"/>
                    <a:pt x="6624" y="144870"/>
                  </a:cubicBezTo>
                  <a:close/>
                  <a:moveTo>
                    <a:pt x="333236" y="45081"/>
                  </a:moveTo>
                  <a:cubicBezTo>
                    <a:pt x="345504" y="37362"/>
                    <a:pt x="364812" y="31390"/>
                    <a:pt x="377575" y="32155"/>
                  </a:cubicBezTo>
                  <a:cubicBezTo>
                    <a:pt x="390329" y="32921"/>
                    <a:pt x="392110" y="40376"/>
                    <a:pt x="379861" y="48464"/>
                  </a:cubicBezTo>
                  <a:cubicBezTo>
                    <a:pt x="367621" y="56533"/>
                    <a:pt x="346009" y="61929"/>
                    <a:pt x="333217" y="60814"/>
                  </a:cubicBezTo>
                  <a:cubicBezTo>
                    <a:pt x="320425" y="59699"/>
                    <a:pt x="320977" y="52801"/>
                    <a:pt x="333236" y="45081"/>
                  </a:cubicBezTo>
                  <a:close/>
                  <a:moveTo>
                    <a:pt x="212526" y="76470"/>
                  </a:moveTo>
                  <a:cubicBezTo>
                    <a:pt x="225118" y="69459"/>
                    <a:pt x="243882" y="64867"/>
                    <a:pt x="254731" y="66096"/>
                  </a:cubicBezTo>
                  <a:cubicBezTo>
                    <a:pt x="265580" y="67324"/>
                    <a:pt x="264656" y="74165"/>
                    <a:pt x="252055" y="81450"/>
                  </a:cubicBezTo>
                  <a:cubicBezTo>
                    <a:pt x="239472" y="88735"/>
                    <a:pt x="219860" y="93525"/>
                    <a:pt x="209011" y="92023"/>
                  </a:cubicBezTo>
                  <a:cubicBezTo>
                    <a:pt x="198153" y="90530"/>
                    <a:pt x="199953" y="83462"/>
                    <a:pt x="212526" y="76470"/>
                  </a:cubicBezTo>
                  <a:close/>
                  <a:moveTo>
                    <a:pt x="86786" y="106215"/>
                  </a:moveTo>
                  <a:cubicBezTo>
                    <a:pt x="100655" y="98335"/>
                    <a:pt x="120981" y="93762"/>
                    <a:pt x="132382" y="95340"/>
                  </a:cubicBezTo>
                  <a:cubicBezTo>
                    <a:pt x="143793" y="96908"/>
                    <a:pt x="141841" y="104136"/>
                    <a:pt x="127734" y="112092"/>
                  </a:cubicBezTo>
                  <a:cubicBezTo>
                    <a:pt x="113628" y="120048"/>
                    <a:pt x="92616" y="125765"/>
                    <a:pt x="81424" y="124121"/>
                  </a:cubicBezTo>
                  <a:cubicBezTo>
                    <a:pt x="70251" y="122477"/>
                    <a:pt x="72918" y="114105"/>
                    <a:pt x="86786" y="1062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BF17B96-8417-3612-6A9E-704E6F2C7519}"/>
                </a:ext>
              </a:extLst>
            </p:cNvPr>
            <p:cNvSpPr/>
            <p:nvPr/>
          </p:nvSpPr>
          <p:spPr>
            <a:xfrm>
              <a:off x="4736221" y="1738030"/>
              <a:ext cx="261612" cy="386017"/>
            </a:xfrm>
            <a:custGeom>
              <a:avLst/>
              <a:gdLst>
                <a:gd name="connsiteX0" fmla="*/ 248545 w 261612"/>
                <a:gd name="connsiteY0" fmla="*/ 144648 h 386017"/>
                <a:gd name="connsiteX1" fmla="*/ 62017 w 261612"/>
                <a:gd name="connsiteY1" fmla="*/ 3898 h 386017"/>
                <a:gd name="connsiteX2" fmla="*/ 30547 w 261612"/>
                <a:gd name="connsiteY2" fmla="*/ 17467 h 386017"/>
                <a:gd name="connsiteX3" fmla="*/ 0 w 261612"/>
                <a:gd name="connsiteY3" fmla="*/ 132572 h 386017"/>
                <a:gd name="connsiteX4" fmla="*/ 74114 w 261612"/>
                <a:gd name="connsiteY4" fmla="*/ 135567 h 386017"/>
                <a:gd name="connsiteX5" fmla="*/ 107423 w 261612"/>
                <a:gd name="connsiteY5" fmla="*/ 156421 h 386017"/>
                <a:gd name="connsiteX6" fmla="*/ 108242 w 261612"/>
                <a:gd name="connsiteY6" fmla="*/ 160446 h 386017"/>
                <a:gd name="connsiteX7" fmla="*/ 139808 w 261612"/>
                <a:gd name="connsiteY7" fmla="*/ 191684 h 386017"/>
                <a:gd name="connsiteX8" fmla="*/ 179251 w 261612"/>
                <a:gd name="connsiteY8" fmla="*/ 354024 h 386017"/>
                <a:gd name="connsiteX9" fmla="*/ 187242 w 261612"/>
                <a:gd name="connsiteY9" fmla="*/ 386017 h 386017"/>
                <a:gd name="connsiteX10" fmla="*/ 188585 w 261612"/>
                <a:gd name="connsiteY10" fmla="*/ 382880 h 386017"/>
                <a:gd name="connsiteX11" fmla="*/ 259575 w 261612"/>
                <a:gd name="connsiteY11" fmla="*/ 187923 h 386017"/>
                <a:gd name="connsiteX12" fmla="*/ 248545 w 261612"/>
                <a:gd name="connsiteY12" fmla="*/ 144648 h 386017"/>
                <a:gd name="connsiteX13" fmla="*/ 174422 w 261612"/>
                <a:gd name="connsiteY13" fmla="*/ 214625 h 386017"/>
                <a:gd name="connsiteX14" fmla="*/ 144542 w 261612"/>
                <a:gd name="connsiteY14" fmla="*/ 191259 h 386017"/>
                <a:gd name="connsiteX15" fmla="*/ 157315 w 261612"/>
                <a:gd name="connsiteY15" fmla="*/ 163677 h 386017"/>
                <a:gd name="connsiteX16" fmla="*/ 186776 w 261612"/>
                <a:gd name="connsiteY16" fmla="*/ 186496 h 386017"/>
                <a:gd name="connsiteX17" fmla="*/ 174422 w 261612"/>
                <a:gd name="connsiteY17" fmla="*/ 214625 h 38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1612" h="386017">
                  <a:moveTo>
                    <a:pt x="248545" y="144648"/>
                  </a:moveTo>
                  <a:cubicBezTo>
                    <a:pt x="172869" y="89382"/>
                    <a:pt x="148028" y="63908"/>
                    <a:pt x="62017" y="3898"/>
                  </a:cubicBezTo>
                  <a:cubicBezTo>
                    <a:pt x="49216" y="-5031"/>
                    <a:pt x="34433" y="2169"/>
                    <a:pt x="30547" y="17467"/>
                  </a:cubicBezTo>
                  <a:cubicBezTo>
                    <a:pt x="14392" y="81010"/>
                    <a:pt x="9125" y="101741"/>
                    <a:pt x="0" y="132572"/>
                  </a:cubicBezTo>
                  <a:cubicBezTo>
                    <a:pt x="18155" y="133526"/>
                    <a:pt x="39986" y="134433"/>
                    <a:pt x="74114" y="135567"/>
                  </a:cubicBezTo>
                  <a:cubicBezTo>
                    <a:pt x="98593" y="136389"/>
                    <a:pt x="105556" y="150421"/>
                    <a:pt x="107423" y="156421"/>
                  </a:cubicBezTo>
                  <a:cubicBezTo>
                    <a:pt x="107699" y="157318"/>
                    <a:pt x="108013" y="158755"/>
                    <a:pt x="108242" y="160446"/>
                  </a:cubicBezTo>
                  <a:cubicBezTo>
                    <a:pt x="123711" y="163271"/>
                    <a:pt x="135979" y="175101"/>
                    <a:pt x="139808" y="191684"/>
                  </a:cubicBezTo>
                  <a:cubicBezTo>
                    <a:pt x="154372" y="254679"/>
                    <a:pt x="166459" y="302924"/>
                    <a:pt x="179251" y="354024"/>
                  </a:cubicBezTo>
                  <a:cubicBezTo>
                    <a:pt x="181889" y="364587"/>
                    <a:pt x="184566" y="375246"/>
                    <a:pt x="187242" y="386017"/>
                  </a:cubicBezTo>
                  <a:cubicBezTo>
                    <a:pt x="187719" y="384997"/>
                    <a:pt x="188233" y="384005"/>
                    <a:pt x="188585" y="382880"/>
                  </a:cubicBezTo>
                  <a:cubicBezTo>
                    <a:pt x="220599" y="279888"/>
                    <a:pt x="225114" y="285595"/>
                    <a:pt x="259575" y="187923"/>
                  </a:cubicBezTo>
                  <a:cubicBezTo>
                    <a:pt x="264709" y="173381"/>
                    <a:pt x="259813" y="152868"/>
                    <a:pt x="248545" y="144648"/>
                  </a:cubicBezTo>
                  <a:close/>
                  <a:moveTo>
                    <a:pt x="174422" y="214625"/>
                  </a:moveTo>
                  <a:cubicBezTo>
                    <a:pt x="162725" y="215419"/>
                    <a:pt x="149238" y="204808"/>
                    <a:pt x="144542" y="191259"/>
                  </a:cubicBezTo>
                  <a:cubicBezTo>
                    <a:pt x="139837" y="177709"/>
                    <a:pt x="145609" y="165624"/>
                    <a:pt x="157315" y="163677"/>
                  </a:cubicBezTo>
                  <a:cubicBezTo>
                    <a:pt x="169021" y="161722"/>
                    <a:pt x="182061" y="171794"/>
                    <a:pt x="186776" y="186496"/>
                  </a:cubicBezTo>
                  <a:cubicBezTo>
                    <a:pt x="191472" y="201208"/>
                    <a:pt x="186119" y="213832"/>
                    <a:pt x="174422" y="2146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48A1A5A-8E96-7784-8525-1428850DDC85}"/>
                </a:ext>
              </a:extLst>
            </p:cNvPr>
            <p:cNvSpPr/>
            <p:nvPr/>
          </p:nvSpPr>
          <p:spPr>
            <a:xfrm>
              <a:off x="4350749" y="2046869"/>
              <a:ext cx="324406" cy="357526"/>
            </a:xfrm>
            <a:custGeom>
              <a:avLst/>
              <a:gdLst>
                <a:gd name="connsiteX0" fmla="*/ 241349 w 324406"/>
                <a:gd name="connsiteY0" fmla="*/ 68873 h 357526"/>
                <a:gd name="connsiteX1" fmla="*/ 202335 w 324406"/>
                <a:gd name="connsiteY1" fmla="*/ 27676 h 357526"/>
                <a:gd name="connsiteX2" fmla="*/ 18417 w 324406"/>
                <a:gd name="connsiteY2" fmla="*/ 208 h 357526"/>
                <a:gd name="connsiteX3" fmla="*/ 1738 w 324406"/>
                <a:gd name="connsiteY3" fmla="*/ 27515 h 357526"/>
                <a:gd name="connsiteX4" fmla="*/ 82272 w 324406"/>
                <a:gd name="connsiteY4" fmla="*/ 264812 h 357526"/>
                <a:gd name="connsiteX5" fmla="*/ 114924 w 324406"/>
                <a:gd name="connsiteY5" fmla="*/ 298365 h 357526"/>
                <a:gd name="connsiteX6" fmla="*/ 308377 w 324406"/>
                <a:gd name="connsiteY6" fmla="*/ 356948 h 357526"/>
                <a:gd name="connsiteX7" fmla="*/ 322759 w 324406"/>
                <a:gd name="connsiteY7" fmla="*/ 329886 h 357526"/>
                <a:gd name="connsiteX8" fmla="*/ 241349 w 324406"/>
                <a:gd name="connsiteY8" fmla="*/ 68873 h 357526"/>
                <a:gd name="connsiteX9" fmla="*/ 89521 w 324406"/>
                <a:gd name="connsiteY9" fmla="*/ 114387 h 357526"/>
                <a:gd name="connsiteX10" fmla="*/ 57450 w 324406"/>
                <a:gd name="connsiteY10" fmla="*/ 81487 h 357526"/>
                <a:gd name="connsiteX11" fmla="*/ 70680 w 324406"/>
                <a:gd name="connsiteY11" fmla="*/ 55682 h 357526"/>
                <a:gd name="connsiteX12" fmla="*/ 101008 w 324406"/>
                <a:gd name="connsiteY12" fmla="*/ 90302 h 357526"/>
                <a:gd name="connsiteX13" fmla="*/ 89521 w 324406"/>
                <a:gd name="connsiteY13" fmla="*/ 114387 h 357526"/>
                <a:gd name="connsiteX14" fmla="*/ 137832 w 324406"/>
                <a:gd name="connsiteY14" fmla="*/ 264727 h 357526"/>
                <a:gd name="connsiteX15" fmla="*/ 106418 w 324406"/>
                <a:gd name="connsiteY15" fmla="*/ 231789 h 357526"/>
                <a:gd name="connsiteX16" fmla="*/ 120982 w 324406"/>
                <a:gd name="connsiteY16" fmla="*/ 211001 h 357526"/>
                <a:gd name="connsiteX17" fmla="*/ 150814 w 324406"/>
                <a:gd name="connsiteY17" fmla="*/ 242693 h 357526"/>
                <a:gd name="connsiteX18" fmla="*/ 137832 w 324406"/>
                <a:gd name="connsiteY18" fmla="*/ 264727 h 357526"/>
                <a:gd name="connsiteX19" fmla="*/ 202802 w 324406"/>
                <a:gd name="connsiteY19" fmla="*/ 139540 h 357526"/>
                <a:gd name="connsiteX20" fmla="*/ 171407 w 324406"/>
                <a:gd name="connsiteY20" fmla="*/ 105402 h 357526"/>
                <a:gd name="connsiteX21" fmla="*/ 181694 w 324406"/>
                <a:gd name="connsiteY21" fmla="*/ 77206 h 357526"/>
                <a:gd name="connsiteX22" fmla="*/ 216022 w 324406"/>
                <a:gd name="connsiteY22" fmla="*/ 114246 h 357526"/>
                <a:gd name="connsiteX23" fmla="*/ 202802 w 324406"/>
                <a:gd name="connsiteY23" fmla="*/ 139540 h 357526"/>
                <a:gd name="connsiteX24" fmla="*/ 257456 w 324406"/>
                <a:gd name="connsiteY24" fmla="*/ 297354 h 357526"/>
                <a:gd name="connsiteX25" fmla="*/ 226205 w 324406"/>
                <a:gd name="connsiteY25" fmla="*/ 262299 h 357526"/>
                <a:gd name="connsiteX26" fmla="*/ 238216 w 324406"/>
                <a:gd name="connsiteY26" fmla="*/ 239792 h 357526"/>
                <a:gd name="connsiteX27" fmla="*/ 270648 w 324406"/>
                <a:gd name="connsiteY27" fmla="*/ 273156 h 357526"/>
                <a:gd name="connsiteX28" fmla="*/ 257456 w 324406"/>
                <a:gd name="connsiteY28" fmla="*/ 297354 h 35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4406" h="357526">
                  <a:moveTo>
                    <a:pt x="241349" y="68873"/>
                  </a:moveTo>
                  <a:cubicBezTo>
                    <a:pt x="235634" y="49436"/>
                    <a:pt x="216803" y="29707"/>
                    <a:pt x="202335" y="27676"/>
                  </a:cubicBezTo>
                  <a:cubicBezTo>
                    <a:pt x="105132" y="14013"/>
                    <a:pt x="111571" y="13701"/>
                    <a:pt x="18417" y="208"/>
                  </a:cubicBezTo>
                  <a:cubicBezTo>
                    <a:pt x="4558" y="-1795"/>
                    <a:pt x="-3824" y="10914"/>
                    <a:pt x="1738" y="27515"/>
                  </a:cubicBezTo>
                  <a:cubicBezTo>
                    <a:pt x="39067" y="139143"/>
                    <a:pt x="50487" y="167017"/>
                    <a:pt x="82272" y="264812"/>
                  </a:cubicBezTo>
                  <a:cubicBezTo>
                    <a:pt x="87006" y="279373"/>
                    <a:pt x="102122" y="294812"/>
                    <a:pt x="114924" y="298365"/>
                  </a:cubicBezTo>
                  <a:cubicBezTo>
                    <a:pt x="200916" y="322252"/>
                    <a:pt x="223461" y="333278"/>
                    <a:pt x="308377" y="356948"/>
                  </a:cubicBezTo>
                  <a:cubicBezTo>
                    <a:pt x="321016" y="360472"/>
                    <a:pt x="327732" y="347452"/>
                    <a:pt x="322759" y="329886"/>
                  </a:cubicBezTo>
                  <a:cubicBezTo>
                    <a:pt x="289393" y="211861"/>
                    <a:pt x="279735" y="199540"/>
                    <a:pt x="241349" y="68873"/>
                  </a:cubicBezTo>
                  <a:close/>
                  <a:moveTo>
                    <a:pt x="89521" y="114387"/>
                  </a:moveTo>
                  <a:cubicBezTo>
                    <a:pt x="77519" y="111836"/>
                    <a:pt x="62641" y="97483"/>
                    <a:pt x="57450" y="81487"/>
                  </a:cubicBezTo>
                  <a:cubicBezTo>
                    <a:pt x="52259" y="65471"/>
                    <a:pt x="58793" y="53443"/>
                    <a:pt x="70680" y="55682"/>
                  </a:cubicBezTo>
                  <a:cubicBezTo>
                    <a:pt x="82587" y="57912"/>
                    <a:pt x="95722" y="73975"/>
                    <a:pt x="101008" y="90302"/>
                  </a:cubicBezTo>
                  <a:cubicBezTo>
                    <a:pt x="106275" y="106611"/>
                    <a:pt x="101532" y="116957"/>
                    <a:pt x="89521" y="114387"/>
                  </a:cubicBezTo>
                  <a:close/>
                  <a:moveTo>
                    <a:pt x="137832" y="264727"/>
                  </a:moveTo>
                  <a:cubicBezTo>
                    <a:pt x="125554" y="261505"/>
                    <a:pt x="111047" y="246406"/>
                    <a:pt x="106418" y="231789"/>
                  </a:cubicBezTo>
                  <a:cubicBezTo>
                    <a:pt x="101799" y="217171"/>
                    <a:pt x="108818" y="208129"/>
                    <a:pt x="120982" y="211001"/>
                  </a:cubicBezTo>
                  <a:cubicBezTo>
                    <a:pt x="133145" y="213864"/>
                    <a:pt x="146090" y="227735"/>
                    <a:pt x="150814" y="242693"/>
                  </a:cubicBezTo>
                  <a:cubicBezTo>
                    <a:pt x="155548" y="257641"/>
                    <a:pt x="150109" y="267940"/>
                    <a:pt x="137832" y="264727"/>
                  </a:cubicBezTo>
                  <a:close/>
                  <a:moveTo>
                    <a:pt x="202802" y="139540"/>
                  </a:moveTo>
                  <a:cubicBezTo>
                    <a:pt x="190572" y="136979"/>
                    <a:pt x="177189" y="122362"/>
                    <a:pt x="171407" y="105402"/>
                  </a:cubicBezTo>
                  <a:cubicBezTo>
                    <a:pt x="165645" y="88422"/>
                    <a:pt x="169474" y="74958"/>
                    <a:pt x="181694" y="77206"/>
                  </a:cubicBezTo>
                  <a:cubicBezTo>
                    <a:pt x="193934" y="79446"/>
                    <a:pt x="210250" y="96954"/>
                    <a:pt x="216022" y="114246"/>
                  </a:cubicBezTo>
                  <a:cubicBezTo>
                    <a:pt x="221775" y="131518"/>
                    <a:pt x="215041" y="142110"/>
                    <a:pt x="202802" y="139540"/>
                  </a:cubicBezTo>
                  <a:close/>
                  <a:moveTo>
                    <a:pt x="257456" y="297354"/>
                  </a:moveTo>
                  <a:cubicBezTo>
                    <a:pt x="245216" y="294151"/>
                    <a:pt x="231443" y="277946"/>
                    <a:pt x="226205" y="262299"/>
                  </a:cubicBezTo>
                  <a:cubicBezTo>
                    <a:pt x="220956" y="246661"/>
                    <a:pt x="226004" y="236938"/>
                    <a:pt x="238216" y="239792"/>
                  </a:cubicBezTo>
                  <a:cubicBezTo>
                    <a:pt x="250446" y="242645"/>
                    <a:pt x="265400" y="257187"/>
                    <a:pt x="270648" y="273156"/>
                  </a:cubicBezTo>
                  <a:cubicBezTo>
                    <a:pt x="275906" y="289133"/>
                    <a:pt x="269686" y="300548"/>
                    <a:pt x="257456" y="29735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1428C2-D3F7-8CA3-6BAF-A0B3393BB5FE}"/>
              </a:ext>
            </a:extLst>
          </p:cNvPr>
          <p:cNvCxnSpPr>
            <a:cxnSpLocks/>
          </p:cNvCxnSpPr>
          <p:nvPr/>
        </p:nvCxnSpPr>
        <p:spPr>
          <a:xfrm flipV="1">
            <a:off x="2194888" y="5953696"/>
            <a:ext cx="1224000" cy="1031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2B0D72-1B85-5153-E41D-C1E685C2D582}"/>
              </a:ext>
            </a:extLst>
          </p:cNvPr>
          <p:cNvGrpSpPr/>
          <p:nvPr/>
        </p:nvGrpSpPr>
        <p:grpSpPr>
          <a:xfrm>
            <a:off x="2374889" y="3791054"/>
            <a:ext cx="863998" cy="1260318"/>
            <a:chOff x="2997484" y="509343"/>
            <a:chExt cx="863998" cy="126031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8572100-60D1-4211-BF20-DA672C35663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59942" y="509343"/>
              <a:ext cx="653718" cy="465767"/>
              <a:chOff x="504825" y="4607453"/>
              <a:chExt cx="1684422" cy="120013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64645BD-DD5B-FE96-0649-E81F30D48EAD}"/>
                  </a:ext>
                </a:extLst>
              </p:cNvPr>
              <p:cNvSpPr/>
              <p:nvPr/>
            </p:nvSpPr>
            <p:spPr>
              <a:xfrm>
                <a:off x="504825" y="4607453"/>
                <a:ext cx="1684422" cy="120013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48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743A83-7D63-AC1F-3905-1AA65CC0D8F4}"/>
                  </a:ext>
                </a:extLst>
              </p:cNvPr>
              <p:cNvSpPr txBox="1"/>
              <p:nvPr/>
            </p:nvSpPr>
            <p:spPr>
              <a:xfrm>
                <a:off x="609389" y="4731690"/>
                <a:ext cx="785606" cy="95165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+mj-lt"/>
                  </a:rPr>
                  <a:t>+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DCD65D6-7525-3CE4-E57F-C04C3CCB6FCE}"/>
                  </a:ext>
                </a:extLst>
              </p:cNvPr>
              <p:cNvSpPr txBox="1"/>
              <p:nvPr/>
            </p:nvSpPr>
            <p:spPr>
              <a:xfrm>
                <a:off x="1378505" y="4731690"/>
                <a:ext cx="682346" cy="95165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  <a:latin typeface="+mj-lt"/>
                  </a:rPr>
                  <a:t>-</a:t>
                </a:r>
              </a:p>
            </p:txBody>
          </p:sp>
        </p:grpSp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7C0984BE-2F81-4829-3903-C53595667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7484" y="905661"/>
              <a:ext cx="863998" cy="864000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7EE2E79-C70A-E4EF-81E2-264B9BE12F4C}"/>
                </a:ext>
              </a:extLst>
            </p:cNvPr>
            <p:cNvCxnSpPr>
              <a:cxnSpLocks noChangeAspect="1"/>
            </p:cNvCxnSpPr>
            <p:nvPr/>
          </p:nvCxnSpPr>
          <p:spPr>
            <a:xfrm flipH="1" flipV="1">
              <a:off x="3288026" y="833100"/>
              <a:ext cx="29078" cy="180000"/>
            </a:xfrm>
            <a:prstGeom prst="line">
              <a:avLst/>
            </a:prstGeom>
            <a:ln w="22225">
              <a:solidFill>
                <a:srgbClr val="C2C9E3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C9715C7-A0AE-D9C6-EB9E-15C20D625903}"/>
                </a:ext>
              </a:extLst>
            </p:cNvPr>
            <p:cNvCxnSpPr>
              <a:cxnSpLocks noChangeAspect="1"/>
            </p:cNvCxnSpPr>
            <p:nvPr/>
          </p:nvCxnSpPr>
          <p:spPr>
            <a:xfrm flipH="1" flipV="1">
              <a:off x="3319851" y="813385"/>
              <a:ext cx="81963" cy="180000"/>
            </a:xfrm>
            <a:prstGeom prst="line">
              <a:avLst/>
            </a:prstGeom>
            <a:ln w="22225">
              <a:solidFill>
                <a:srgbClr val="C2C9E3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89CFECDC-A548-28B0-949D-222DF1CB192D}"/>
              </a:ext>
            </a:extLst>
          </p:cNvPr>
          <p:cNvSpPr txBox="1"/>
          <p:nvPr/>
        </p:nvSpPr>
        <p:spPr>
          <a:xfrm>
            <a:off x="2210362" y="6074102"/>
            <a:ext cx="121142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dirty="0">
                <a:solidFill>
                  <a:srgbClr val="1A1A1A"/>
                </a:solidFill>
                <a:latin typeface="Avenir Light" panose="020B0402020203020204" pitchFamily="34" charset="77"/>
              </a:rPr>
              <a:t>average direct effect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FB229E0F-492D-D275-DD47-DF62B82E2F9E}"/>
              </a:ext>
            </a:extLst>
          </p:cNvPr>
          <p:cNvSpPr txBox="1"/>
          <p:nvPr/>
        </p:nvSpPr>
        <p:spPr>
          <a:xfrm>
            <a:off x="120617" y="1003419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FE34DC5C-B97F-D241-4464-1DAD62A89C2F}"/>
              </a:ext>
            </a:extLst>
          </p:cNvPr>
          <p:cNvSpPr txBox="1"/>
          <p:nvPr/>
        </p:nvSpPr>
        <p:spPr>
          <a:xfrm>
            <a:off x="114995" y="2314518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1946CAE-4CB4-EF20-E4CD-7477D3468890}"/>
              </a:ext>
            </a:extLst>
          </p:cNvPr>
          <p:cNvSpPr/>
          <p:nvPr/>
        </p:nvSpPr>
        <p:spPr>
          <a:xfrm>
            <a:off x="870838" y="1759523"/>
            <a:ext cx="393145" cy="2801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29F802F-FEA4-EF64-1413-CF232455855A}"/>
              </a:ext>
            </a:extLst>
          </p:cNvPr>
          <p:cNvSpPr txBox="1"/>
          <p:nvPr/>
        </p:nvSpPr>
        <p:spPr>
          <a:xfrm>
            <a:off x="827263" y="1699522"/>
            <a:ext cx="319319" cy="40011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</a:rPr>
              <a:t>+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D9CC38E-E6D3-09D9-45FD-FE76B5CFF128}"/>
              </a:ext>
            </a:extLst>
          </p:cNvPr>
          <p:cNvSpPr txBox="1"/>
          <p:nvPr/>
        </p:nvSpPr>
        <p:spPr>
          <a:xfrm>
            <a:off x="1017171" y="1686320"/>
            <a:ext cx="274433" cy="40011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-</a:t>
            </a:r>
          </a:p>
        </p:txBody>
      </p:sp>
      <p:grpSp>
        <p:nvGrpSpPr>
          <p:cNvPr id="78" name="Graphic 8">
            <a:extLst>
              <a:ext uri="{FF2B5EF4-FFF2-40B4-BE49-F238E27FC236}">
                <a16:creationId xmlns:a16="http://schemas.microsoft.com/office/drawing/2014/main" id="{E8FEBEFD-4C51-2600-BC25-64A2886058E3}"/>
              </a:ext>
            </a:extLst>
          </p:cNvPr>
          <p:cNvGrpSpPr>
            <a:grpSpLocks noChangeAspect="1"/>
          </p:cNvGrpSpPr>
          <p:nvPr/>
        </p:nvGrpSpPr>
        <p:grpSpPr>
          <a:xfrm>
            <a:off x="1590502" y="1723586"/>
            <a:ext cx="386329" cy="327243"/>
            <a:chOff x="4350749" y="1678250"/>
            <a:chExt cx="857255" cy="726144"/>
          </a:xfrm>
          <a:solidFill>
            <a:srgbClr val="000000"/>
          </a:solidFill>
        </p:grpSpPr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4186EA07-2EB5-593D-91E3-9CFA2AAF1130}"/>
                </a:ext>
              </a:extLst>
            </p:cNvPr>
            <p:cNvSpPr/>
            <p:nvPr/>
          </p:nvSpPr>
          <p:spPr>
            <a:xfrm>
              <a:off x="4932777" y="1842857"/>
              <a:ext cx="275226" cy="310649"/>
            </a:xfrm>
            <a:custGeom>
              <a:avLst/>
              <a:gdLst>
                <a:gd name="connsiteX0" fmla="*/ 267263 w 275226"/>
                <a:gd name="connsiteY0" fmla="*/ 409 h 310649"/>
                <a:gd name="connsiteX1" fmla="*/ 110015 w 275226"/>
                <a:gd name="connsiteY1" fmla="*/ 52708 h 310649"/>
                <a:gd name="connsiteX2" fmla="*/ 83154 w 275226"/>
                <a:gd name="connsiteY2" fmla="*/ 79240 h 310649"/>
                <a:gd name="connsiteX3" fmla="*/ 3183 w 275226"/>
                <a:gd name="connsiteY3" fmla="*/ 287558 h 310649"/>
                <a:gd name="connsiteX4" fmla="*/ 8259 w 275226"/>
                <a:gd name="connsiteY4" fmla="*/ 309961 h 310649"/>
                <a:gd name="connsiteX5" fmla="*/ 168203 w 275226"/>
                <a:gd name="connsiteY5" fmla="*/ 233511 h 310649"/>
                <a:gd name="connsiteX6" fmla="*/ 196530 w 275226"/>
                <a:gd name="connsiteY6" fmla="*/ 198068 h 310649"/>
                <a:gd name="connsiteX7" fmla="*/ 272102 w 275226"/>
                <a:gd name="connsiteY7" fmla="*/ 22613 h 310649"/>
                <a:gd name="connsiteX8" fmla="*/ 267263 w 275226"/>
                <a:gd name="connsiteY8" fmla="*/ 409 h 310649"/>
                <a:gd name="connsiteX9" fmla="*/ 160917 w 275226"/>
                <a:gd name="connsiteY9" fmla="*/ 135092 h 310649"/>
                <a:gd name="connsiteX10" fmla="*/ 133999 w 275226"/>
                <a:gd name="connsiteY10" fmla="*/ 162323 h 310649"/>
                <a:gd name="connsiteX11" fmla="*/ 125083 w 275226"/>
                <a:gd name="connsiteY11" fmla="*/ 149001 h 310649"/>
                <a:gd name="connsiteX12" fmla="*/ 151963 w 275226"/>
                <a:gd name="connsiteY12" fmla="*/ 122298 h 310649"/>
                <a:gd name="connsiteX13" fmla="*/ 160917 w 275226"/>
                <a:gd name="connsiteY13" fmla="*/ 135092 h 310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226" h="310649">
                  <a:moveTo>
                    <a:pt x="267263" y="409"/>
                  </a:moveTo>
                  <a:cubicBezTo>
                    <a:pt x="209713" y="18702"/>
                    <a:pt x="180948" y="31703"/>
                    <a:pt x="110015" y="52708"/>
                  </a:cubicBezTo>
                  <a:cubicBezTo>
                    <a:pt x="99461" y="55826"/>
                    <a:pt x="87288" y="67788"/>
                    <a:pt x="83154" y="79240"/>
                  </a:cubicBezTo>
                  <a:cubicBezTo>
                    <a:pt x="55341" y="156238"/>
                    <a:pt x="41016" y="185728"/>
                    <a:pt x="3183" y="287558"/>
                  </a:cubicBezTo>
                  <a:cubicBezTo>
                    <a:pt x="-2456" y="302714"/>
                    <a:pt x="-504" y="313542"/>
                    <a:pt x="8259" y="309961"/>
                  </a:cubicBezTo>
                  <a:cubicBezTo>
                    <a:pt x="67162" y="285885"/>
                    <a:pt x="105557" y="260166"/>
                    <a:pt x="168203" y="233511"/>
                  </a:cubicBezTo>
                  <a:cubicBezTo>
                    <a:pt x="177528" y="229542"/>
                    <a:pt x="190539" y="212619"/>
                    <a:pt x="196530" y="198068"/>
                  </a:cubicBezTo>
                  <a:cubicBezTo>
                    <a:pt x="236793" y="100311"/>
                    <a:pt x="235459" y="114475"/>
                    <a:pt x="272102" y="22613"/>
                  </a:cubicBezTo>
                  <a:cubicBezTo>
                    <a:pt x="277550" y="8941"/>
                    <a:pt x="275836" y="-2312"/>
                    <a:pt x="267263" y="409"/>
                  </a:cubicBezTo>
                  <a:close/>
                  <a:moveTo>
                    <a:pt x="160917" y="135092"/>
                  </a:moveTo>
                  <a:cubicBezTo>
                    <a:pt x="156116" y="145694"/>
                    <a:pt x="144029" y="158100"/>
                    <a:pt x="133999" y="162323"/>
                  </a:cubicBezTo>
                  <a:cubicBezTo>
                    <a:pt x="123979" y="166547"/>
                    <a:pt x="120035" y="160349"/>
                    <a:pt x="125083" y="149001"/>
                  </a:cubicBezTo>
                  <a:cubicBezTo>
                    <a:pt x="130141" y="137643"/>
                    <a:pt x="142200" y="125785"/>
                    <a:pt x="151963" y="122298"/>
                  </a:cubicBezTo>
                  <a:cubicBezTo>
                    <a:pt x="161736" y="118793"/>
                    <a:pt x="165727" y="124481"/>
                    <a:pt x="160917" y="13509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F0C3D5F4-97DF-5980-295C-95EDC5A9BB88}"/>
                </a:ext>
              </a:extLst>
            </p:cNvPr>
            <p:cNvSpPr/>
            <p:nvPr/>
          </p:nvSpPr>
          <p:spPr>
            <a:xfrm>
              <a:off x="4799034" y="1678250"/>
              <a:ext cx="405610" cy="204625"/>
            </a:xfrm>
            <a:custGeom>
              <a:avLst/>
              <a:gdLst>
                <a:gd name="connsiteX0" fmla="*/ 7586 w 405610"/>
                <a:gd name="connsiteY0" fmla="*/ 51300 h 204625"/>
                <a:gd name="connsiteX1" fmla="*/ 197867 w 405610"/>
                <a:gd name="connsiteY1" fmla="*/ 196046 h 204625"/>
                <a:gd name="connsiteX2" fmla="*/ 246950 w 405610"/>
                <a:gd name="connsiteY2" fmla="*/ 202216 h 204625"/>
                <a:gd name="connsiteX3" fmla="*/ 401483 w 405610"/>
                <a:gd name="connsiteY3" fmla="*/ 151098 h 204625"/>
                <a:gd name="connsiteX4" fmla="*/ 393368 w 405610"/>
                <a:gd name="connsiteY4" fmla="*/ 131425 h 204625"/>
                <a:gd name="connsiteX5" fmla="*/ 218727 w 405610"/>
                <a:gd name="connsiteY5" fmla="*/ 10537 h 204625"/>
                <a:gd name="connsiteX6" fmla="*/ 178570 w 405610"/>
                <a:gd name="connsiteY6" fmla="*/ 371 h 204625"/>
                <a:gd name="connsiteX7" fmla="*/ 10558 w 405610"/>
                <a:gd name="connsiteY7" fmla="*/ 29237 h 204625"/>
                <a:gd name="connsiteX8" fmla="*/ 7586 w 405610"/>
                <a:gd name="connsiteY8" fmla="*/ 51300 h 204625"/>
                <a:gd name="connsiteX9" fmla="*/ 299270 w 405610"/>
                <a:gd name="connsiteY9" fmla="*/ 104676 h 204625"/>
                <a:gd name="connsiteX10" fmla="*/ 335113 w 405610"/>
                <a:gd name="connsiteY10" fmla="*/ 114427 h 204625"/>
                <a:gd name="connsiteX11" fmla="*/ 343324 w 405610"/>
                <a:gd name="connsiteY11" fmla="*/ 133778 h 204625"/>
                <a:gd name="connsiteX12" fmla="*/ 307052 w 405610"/>
                <a:gd name="connsiteY12" fmla="*/ 123507 h 204625"/>
                <a:gd name="connsiteX13" fmla="*/ 299270 w 405610"/>
                <a:gd name="connsiteY13" fmla="*/ 104676 h 204625"/>
                <a:gd name="connsiteX14" fmla="*/ 258227 w 405610"/>
                <a:gd name="connsiteY14" fmla="*/ 118103 h 204625"/>
                <a:gd name="connsiteX15" fmla="*/ 295289 w 405610"/>
                <a:gd name="connsiteY15" fmla="*/ 127580 h 204625"/>
                <a:gd name="connsiteX16" fmla="*/ 303728 w 405610"/>
                <a:gd name="connsiteY16" fmla="*/ 147630 h 204625"/>
                <a:gd name="connsiteX17" fmla="*/ 264876 w 405610"/>
                <a:gd name="connsiteY17" fmla="*/ 138200 h 204625"/>
                <a:gd name="connsiteX18" fmla="*/ 258227 w 405610"/>
                <a:gd name="connsiteY18" fmla="*/ 118103 h 204625"/>
                <a:gd name="connsiteX19" fmla="*/ 252465 w 405610"/>
                <a:gd name="connsiteY19" fmla="*/ 165498 h 204625"/>
                <a:gd name="connsiteX20" fmla="*/ 206792 w 405610"/>
                <a:gd name="connsiteY20" fmla="*/ 157731 h 204625"/>
                <a:gd name="connsiteX21" fmla="*/ 207411 w 405610"/>
                <a:gd name="connsiteY21" fmla="*/ 134969 h 204625"/>
                <a:gd name="connsiteX22" fmla="*/ 249912 w 405610"/>
                <a:gd name="connsiteY22" fmla="*/ 143369 h 204625"/>
                <a:gd name="connsiteX23" fmla="*/ 252465 w 405610"/>
                <a:gd name="connsiteY23" fmla="*/ 165498 h 204625"/>
                <a:gd name="connsiteX24" fmla="*/ 181437 w 405610"/>
                <a:gd name="connsiteY24" fmla="*/ 26723 h 204625"/>
                <a:gd name="connsiteX25" fmla="*/ 220222 w 405610"/>
                <a:gd name="connsiteY25" fmla="*/ 37126 h 204625"/>
                <a:gd name="connsiteX26" fmla="*/ 223242 w 405610"/>
                <a:gd name="connsiteY26" fmla="*/ 54408 h 204625"/>
                <a:gd name="connsiteX27" fmla="*/ 185685 w 405610"/>
                <a:gd name="connsiteY27" fmla="*/ 44279 h 204625"/>
                <a:gd name="connsiteX28" fmla="*/ 181437 w 405610"/>
                <a:gd name="connsiteY28" fmla="*/ 26723 h 204625"/>
                <a:gd name="connsiteX29" fmla="*/ 132345 w 405610"/>
                <a:gd name="connsiteY29" fmla="*/ 36106 h 204625"/>
                <a:gd name="connsiteX30" fmla="*/ 171635 w 405610"/>
                <a:gd name="connsiteY30" fmla="*/ 47293 h 204625"/>
                <a:gd name="connsiteX31" fmla="*/ 176960 w 405610"/>
                <a:gd name="connsiteY31" fmla="*/ 65492 h 204625"/>
                <a:gd name="connsiteX32" fmla="*/ 137364 w 405610"/>
                <a:gd name="connsiteY32" fmla="*/ 54928 h 204625"/>
                <a:gd name="connsiteX33" fmla="*/ 132345 w 405610"/>
                <a:gd name="connsiteY33" fmla="*/ 36106 h 204625"/>
                <a:gd name="connsiteX34" fmla="*/ 78662 w 405610"/>
                <a:gd name="connsiteY34" fmla="*/ 47199 h 204625"/>
                <a:gd name="connsiteX35" fmla="*/ 121591 w 405610"/>
                <a:gd name="connsiteY35" fmla="*/ 58518 h 204625"/>
                <a:gd name="connsiteX36" fmla="*/ 124220 w 405610"/>
                <a:gd name="connsiteY36" fmla="*/ 78909 h 204625"/>
                <a:gd name="connsiteX37" fmla="*/ 79271 w 405610"/>
                <a:gd name="connsiteY37" fmla="*/ 68600 h 204625"/>
                <a:gd name="connsiteX38" fmla="*/ 78662 w 405610"/>
                <a:gd name="connsiteY38" fmla="*/ 47199 h 20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05610" h="204625">
                  <a:moveTo>
                    <a:pt x="7586" y="51300"/>
                  </a:moveTo>
                  <a:cubicBezTo>
                    <a:pt x="84672" y="114210"/>
                    <a:pt x="125315" y="139296"/>
                    <a:pt x="197867" y="196046"/>
                  </a:cubicBezTo>
                  <a:cubicBezTo>
                    <a:pt x="208669" y="204502"/>
                    <a:pt x="231729" y="207006"/>
                    <a:pt x="246950" y="202216"/>
                  </a:cubicBezTo>
                  <a:cubicBezTo>
                    <a:pt x="349229" y="170090"/>
                    <a:pt x="348762" y="166121"/>
                    <a:pt x="401483" y="151098"/>
                  </a:cubicBezTo>
                  <a:cubicBezTo>
                    <a:pt x="409332" y="148868"/>
                    <a:pt x="405636" y="139788"/>
                    <a:pt x="393368" y="131425"/>
                  </a:cubicBezTo>
                  <a:cubicBezTo>
                    <a:pt x="311005" y="75318"/>
                    <a:pt x="291507" y="59633"/>
                    <a:pt x="218727" y="10537"/>
                  </a:cubicBezTo>
                  <a:cubicBezTo>
                    <a:pt x="207897" y="3234"/>
                    <a:pt x="189161" y="-1378"/>
                    <a:pt x="178570" y="371"/>
                  </a:cubicBezTo>
                  <a:cubicBezTo>
                    <a:pt x="107332" y="12049"/>
                    <a:pt x="94292" y="12427"/>
                    <a:pt x="10558" y="29237"/>
                  </a:cubicBezTo>
                  <a:cubicBezTo>
                    <a:pt x="-1901" y="31741"/>
                    <a:pt x="-3891" y="41936"/>
                    <a:pt x="7586" y="51300"/>
                  </a:cubicBezTo>
                  <a:close/>
                  <a:moveTo>
                    <a:pt x="299270" y="104676"/>
                  </a:moveTo>
                  <a:cubicBezTo>
                    <a:pt x="307176" y="102210"/>
                    <a:pt x="323169" y="106424"/>
                    <a:pt x="335113" y="114427"/>
                  </a:cubicBezTo>
                  <a:cubicBezTo>
                    <a:pt x="347057" y="122449"/>
                    <a:pt x="350858" y="131284"/>
                    <a:pt x="343324" y="133778"/>
                  </a:cubicBezTo>
                  <a:cubicBezTo>
                    <a:pt x="335789" y="136273"/>
                    <a:pt x="319378" y="131558"/>
                    <a:pt x="307052" y="123507"/>
                  </a:cubicBezTo>
                  <a:cubicBezTo>
                    <a:pt x="294727" y="115476"/>
                    <a:pt x="291346" y="107133"/>
                    <a:pt x="299270" y="104676"/>
                  </a:cubicBezTo>
                  <a:close/>
                  <a:moveTo>
                    <a:pt x="258227" y="118103"/>
                  </a:moveTo>
                  <a:cubicBezTo>
                    <a:pt x="266685" y="115258"/>
                    <a:pt x="282840" y="119482"/>
                    <a:pt x="295289" y="127580"/>
                  </a:cubicBezTo>
                  <a:cubicBezTo>
                    <a:pt x="307729" y="135658"/>
                    <a:pt x="312053" y="144663"/>
                    <a:pt x="303728" y="147630"/>
                  </a:cubicBezTo>
                  <a:cubicBezTo>
                    <a:pt x="295413" y="150606"/>
                    <a:pt x="277449" y="146421"/>
                    <a:pt x="264876" y="138200"/>
                  </a:cubicBezTo>
                  <a:cubicBezTo>
                    <a:pt x="252293" y="129989"/>
                    <a:pt x="249788" y="120937"/>
                    <a:pt x="258227" y="118103"/>
                  </a:cubicBezTo>
                  <a:close/>
                  <a:moveTo>
                    <a:pt x="252465" y="165498"/>
                  </a:moveTo>
                  <a:cubicBezTo>
                    <a:pt x="240396" y="169570"/>
                    <a:pt x="219013" y="166301"/>
                    <a:pt x="206792" y="157731"/>
                  </a:cubicBezTo>
                  <a:cubicBezTo>
                    <a:pt x="194572" y="149161"/>
                    <a:pt x="195696" y="138767"/>
                    <a:pt x="207411" y="134969"/>
                  </a:cubicBezTo>
                  <a:cubicBezTo>
                    <a:pt x="219146" y="131161"/>
                    <a:pt x="237367" y="135073"/>
                    <a:pt x="249912" y="143369"/>
                  </a:cubicBezTo>
                  <a:cubicBezTo>
                    <a:pt x="262466" y="151665"/>
                    <a:pt x="264533" y="161425"/>
                    <a:pt x="252465" y="165498"/>
                  </a:cubicBezTo>
                  <a:close/>
                  <a:moveTo>
                    <a:pt x="181437" y="26723"/>
                  </a:moveTo>
                  <a:cubicBezTo>
                    <a:pt x="191219" y="24900"/>
                    <a:pt x="209040" y="29624"/>
                    <a:pt x="220222" y="37126"/>
                  </a:cubicBezTo>
                  <a:cubicBezTo>
                    <a:pt x="231414" y="44619"/>
                    <a:pt x="232386" y="52311"/>
                    <a:pt x="223242" y="54408"/>
                  </a:cubicBezTo>
                  <a:cubicBezTo>
                    <a:pt x="214088" y="56515"/>
                    <a:pt x="197515" y="52065"/>
                    <a:pt x="185685" y="44279"/>
                  </a:cubicBezTo>
                  <a:cubicBezTo>
                    <a:pt x="173855" y="36503"/>
                    <a:pt x="171645" y="28547"/>
                    <a:pt x="181437" y="26723"/>
                  </a:cubicBezTo>
                  <a:close/>
                  <a:moveTo>
                    <a:pt x="132345" y="36106"/>
                  </a:moveTo>
                  <a:cubicBezTo>
                    <a:pt x="141955" y="34216"/>
                    <a:pt x="159567" y="39375"/>
                    <a:pt x="171635" y="47293"/>
                  </a:cubicBezTo>
                  <a:cubicBezTo>
                    <a:pt x="183704" y="55211"/>
                    <a:pt x="186171" y="63214"/>
                    <a:pt x="176960" y="65492"/>
                  </a:cubicBezTo>
                  <a:cubicBezTo>
                    <a:pt x="167759" y="67778"/>
                    <a:pt x="149823" y="63243"/>
                    <a:pt x="137364" y="54928"/>
                  </a:cubicBezTo>
                  <a:cubicBezTo>
                    <a:pt x="124906" y="46603"/>
                    <a:pt x="122743" y="37996"/>
                    <a:pt x="132345" y="36106"/>
                  </a:cubicBezTo>
                  <a:close/>
                  <a:moveTo>
                    <a:pt x="78662" y="47199"/>
                  </a:moveTo>
                  <a:cubicBezTo>
                    <a:pt x="90263" y="44685"/>
                    <a:pt x="109056" y="50024"/>
                    <a:pt x="121591" y="58518"/>
                  </a:cubicBezTo>
                  <a:cubicBezTo>
                    <a:pt x="134135" y="67013"/>
                    <a:pt x="135888" y="75876"/>
                    <a:pt x="124220" y="78909"/>
                  </a:cubicBezTo>
                  <a:cubicBezTo>
                    <a:pt x="112561" y="81923"/>
                    <a:pt x="91768" y="77614"/>
                    <a:pt x="79271" y="68600"/>
                  </a:cubicBezTo>
                  <a:cubicBezTo>
                    <a:pt x="66794" y="59596"/>
                    <a:pt x="67070" y="49712"/>
                    <a:pt x="78662" y="4719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5A17BDB-45F6-EE2A-6BAB-0FF6AD607461}"/>
                </a:ext>
              </a:extLst>
            </p:cNvPr>
            <p:cNvSpPr/>
            <p:nvPr/>
          </p:nvSpPr>
          <p:spPr>
            <a:xfrm>
              <a:off x="4606533" y="1918966"/>
              <a:ext cx="313660" cy="473224"/>
            </a:xfrm>
            <a:custGeom>
              <a:avLst/>
              <a:gdLst>
                <a:gd name="connsiteX0" fmla="*/ 248712 w 313660"/>
                <a:gd name="connsiteY0" fmla="*/ 15472 h 473224"/>
                <a:gd name="connsiteX1" fmla="*/ 217461 w 313660"/>
                <a:gd name="connsiteY1" fmla="*/ 4237 h 473224"/>
                <a:gd name="connsiteX2" fmla="*/ 20884 w 313660"/>
                <a:gd name="connsiteY2" fmla="*/ 135765 h 473224"/>
                <a:gd name="connsiteX3" fmla="*/ 1243 w 313660"/>
                <a:gd name="connsiteY3" fmla="*/ 182461 h 473224"/>
                <a:gd name="connsiteX4" fmla="*/ 85139 w 313660"/>
                <a:gd name="connsiteY4" fmla="*/ 458677 h 473224"/>
                <a:gd name="connsiteX5" fmla="*/ 128202 w 313660"/>
                <a:gd name="connsiteY5" fmla="*/ 463374 h 473224"/>
                <a:gd name="connsiteX6" fmla="*/ 304843 w 313660"/>
                <a:gd name="connsiteY6" fmla="*/ 311097 h 473224"/>
                <a:gd name="connsiteX7" fmla="*/ 312434 w 313660"/>
                <a:gd name="connsiteY7" fmla="*/ 275919 h 473224"/>
                <a:gd name="connsiteX8" fmla="*/ 248712 w 313660"/>
                <a:gd name="connsiteY8" fmla="*/ 15472 h 473224"/>
                <a:gd name="connsiteX9" fmla="*/ 97636 w 313660"/>
                <a:gd name="connsiteY9" fmla="*/ 210486 h 473224"/>
                <a:gd name="connsiteX10" fmla="*/ 60793 w 313660"/>
                <a:gd name="connsiteY10" fmla="*/ 199440 h 473224"/>
                <a:gd name="connsiteX11" fmla="*/ 76272 w 313660"/>
                <a:gd name="connsiteY11" fmla="*/ 152735 h 473224"/>
                <a:gd name="connsiteX12" fmla="*/ 110333 w 313660"/>
                <a:gd name="connsiteY12" fmla="*/ 165132 h 473224"/>
                <a:gd name="connsiteX13" fmla="*/ 97636 w 313660"/>
                <a:gd name="connsiteY13" fmla="*/ 210486 h 473224"/>
                <a:gd name="connsiteX14" fmla="*/ 159453 w 313660"/>
                <a:gd name="connsiteY14" fmla="*/ 379005 h 473224"/>
                <a:gd name="connsiteX15" fmla="*/ 120430 w 313660"/>
                <a:gd name="connsiteY15" fmla="*/ 370161 h 473224"/>
                <a:gd name="connsiteX16" fmla="*/ 137965 w 313660"/>
                <a:gd name="connsiteY16" fmla="*/ 318977 h 473224"/>
                <a:gd name="connsiteX17" fmla="*/ 173570 w 313660"/>
                <a:gd name="connsiteY17" fmla="*/ 329938 h 473224"/>
                <a:gd name="connsiteX18" fmla="*/ 159453 w 313660"/>
                <a:gd name="connsiteY18" fmla="*/ 379005 h 473224"/>
                <a:gd name="connsiteX19" fmla="*/ 191772 w 313660"/>
                <a:gd name="connsiteY19" fmla="*/ 247667 h 473224"/>
                <a:gd name="connsiteX20" fmla="*/ 160473 w 313660"/>
                <a:gd name="connsiteY20" fmla="*/ 233588 h 473224"/>
                <a:gd name="connsiteX21" fmla="*/ 169388 w 313660"/>
                <a:gd name="connsiteY21" fmla="*/ 190284 h 473224"/>
                <a:gd name="connsiteX22" fmla="*/ 199401 w 313660"/>
                <a:gd name="connsiteY22" fmla="*/ 205308 h 473224"/>
                <a:gd name="connsiteX23" fmla="*/ 191772 w 313660"/>
                <a:gd name="connsiteY23" fmla="*/ 247667 h 473224"/>
                <a:gd name="connsiteX24" fmla="*/ 214317 w 313660"/>
                <a:gd name="connsiteY24" fmla="*/ 127384 h 473224"/>
                <a:gd name="connsiteX25" fmla="*/ 184771 w 313660"/>
                <a:gd name="connsiteY25" fmla="*/ 112058 h 473224"/>
                <a:gd name="connsiteX26" fmla="*/ 194915 w 313660"/>
                <a:gd name="connsiteY26" fmla="*/ 69547 h 473224"/>
                <a:gd name="connsiteX27" fmla="*/ 225281 w 313660"/>
                <a:gd name="connsiteY27" fmla="*/ 84118 h 473224"/>
                <a:gd name="connsiteX28" fmla="*/ 214317 w 313660"/>
                <a:gd name="connsiteY28" fmla="*/ 127384 h 473224"/>
                <a:gd name="connsiteX29" fmla="*/ 270210 w 313660"/>
                <a:gd name="connsiteY29" fmla="*/ 290838 h 473224"/>
                <a:gd name="connsiteX30" fmla="*/ 244569 w 313660"/>
                <a:gd name="connsiteY30" fmla="*/ 275588 h 473224"/>
                <a:gd name="connsiteX31" fmla="*/ 251151 w 313660"/>
                <a:gd name="connsiteY31" fmla="*/ 235138 h 473224"/>
                <a:gd name="connsiteX32" fmla="*/ 276963 w 313660"/>
                <a:gd name="connsiteY32" fmla="*/ 251541 h 473224"/>
                <a:gd name="connsiteX33" fmla="*/ 270210 w 313660"/>
                <a:gd name="connsiteY33" fmla="*/ 290838 h 47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3660" h="473224">
                  <a:moveTo>
                    <a:pt x="248712" y="15472"/>
                  </a:moveTo>
                  <a:cubicBezTo>
                    <a:pt x="245188" y="231"/>
                    <a:pt x="230624" y="-4229"/>
                    <a:pt x="217461" y="4237"/>
                  </a:cubicBezTo>
                  <a:cubicBezTo>
                    <a:pt x="129002" y="61044"/>
                    <a:pt x="119953" y="73251"/>
                    <a:pt x="20884" y="135765"/>
                  </a:cubicBezTo>
                  <a:cubicBezTo>
                    <a:pt x="6130" y="145072"/>
                    <a:pt x="-3567" y="166454"/>
                    <a:pt x="1243" y="182461"/>
                  </a:cubicBezTo>
                  <a:cubicBezTo>
                    <a:pt x="33552" y="290177"/>
                    <a:pt x="51954" y="339594"/>
                    <a:pt x="85139" y="458677"/>
                  </a:cubicBezTo>
                  <a:cubicBezTo>
                    <a:pt x="90083" y="476422"/>
                    <a:pt x="110543" y="477868"/>
                    <a:pt x="128202" y="463374"/>
                  </a:cubicBezTo>
                  <a:cubicBezTo>
                    <a:pt x="246836" y="365966"/>
                    <a:pt x="256237" y="353059"/>
                    <a:pt x="304843" y="311097"/>
                  </a:cubicBezTo>
                  <a:cubicBezTo>
                    <a:pt x="312082" y="304851"/>
                    <a:pt x="315740" y="289572"/>
                    <a:pt x="312434" y="275919"/>
                  </a:cubicBezTo>
                  <a:cubicBezTo>
                    <a:pt x="290241" y="184322"/>
                    <a:pt x="272420" y="117982"/>
                    <a:pt x="248712" y="15472"/>
                  </a:cubicBezTo>
                  <a:close/>
                  <a:moveTo>
                    <a:pt x="97636" y="210486"/>
                  </a:moveTo>
                  <a:cubicBezTo>
                    <a:pt x="83834" y="220152"/>
                    <a:pt x="66480" y="215673"/>
                    <a:pt x="60793" y="199440"/>
                  </a:cubicBezTo>
                  <a:cubicBezTo>
                    <a:pt x="55107" y="183207"/>
                    <a:pt x="62832" y="161919"/>
                    <a:pt x="76272" y="152735"/>
                  </a:cubicBezTo>
                  <a:cubicBezTo>
                    <a:pt x="89721" y="143532"/>
                    <a:pt x="104294" y="149390"/>
                    <a:pt x="110333" y="165132"/>
                  </a:cubicBezTo>
                  <a:cubicBezTo>
                    <a:pt x="116362" y="180883"/>
                    <a:pt x="111447" y="200801"/>
                    <a:pt x="97636" y="210486"/>
                  </a:cubicBezTo>
                  <a:close/>
                  <a:moveTo>
                    <a:pt x="159453" y="379005"/>
                  </a:moveTo>
                  <a:cubicBezTo>
                    <a:pt x="144699" y="390589"/>
                    <a:pt x="126183" y="387244"/>
                    <a:pt x="120430" y="370161"/>
                  </a:cubicBezTo>
                  <a:cubicBezTo>
                    <a:pt x="114686" y="353078"/>
                    <a:pt x="123506" y="329645"/>
                    <a:pt x="137965" y="318977"/>
                  </a:cubicBezTo>
                  <a:cubicBezTo>
                    <a:pt x="152443" y="308290"/>
                    <a:pt x="167531" y="313771"/>
                    <a:pt x="173570" y="329938"/>
                  </a:cubicBezTo>
                  <a:cubicBezTo>
                    <a:pt x="179618" y="346123"/>
                    <a:pt x="174236" y="367421"/>
                    <a:pt x="159453" y="379005"/>
                  </a:cubicBezTo>
                  <a:close/>
                  <a:moveTo>
                    <a:pt x="191772" y="247667"/>
                  </a:moveTo>
                  <a:cubicBezTo>
                    <a:pt x="181161" y="255462"/>
                    <a:pt x="166692" y="249472"/>
                    <a:pt x="160473" y="233588"/>
                  </a:cubicBezTo>
                  <a:cubicBezTo>
                    <a:pt x="154243" y="217667"/>
                    <a:pt x="158606" y="198070"/>
                    <a:pt x="169388" y="190284"/>
                  </a:cubicBezTo>
                  <a:cubicBezTo>
                    <a:pt x="180151" y="182508"/>
                    <a:pt x="193343" y="189396"/>
                    <a:pt x="199401" y="205308"/>
                  </a:cubicBezTo>
                  <a:cubicBezTo>
                    <a:pt x="205459" y="221191"/>
                    <a:pt x="202373" y="239881"/>
                    <a:pt x="191772" y="247667"/>
                  </a:cubicBezTo>
                  <a:close/>
                  <a:moveTo>
                    <a:pt x="214317" y="127384"/>
                  </a:moveTo>
                  <a:cubicBezTo>
                    <a:pt x="203583" y="134820"/>
                    <a:pt x="190476" y="127847"/>
                    <a:pt x="184771" y="112058"/>
                  </a:cubicBezTo>
                  <a:cubicBezTo>
                    <a:pt x="179065" y="96269"/>
                    <a:pt x="183399" y="77447"/>
                    <a:pt x="194915" y="69547"/>
                  </a:cubicBezTo>
                  <a:cubicBezTo>
                    <a:pt x="206421" y="61658"/>
                    <a:pt x="220356" y="67856"/>
                    <a:pt x="225281" y="84118"/>
                  </a:cubicBezTo>
                  <a:cubicBezTo>
                    <a:pt x="230196" y="100369"/>
                    <a:pt x="225033" y="119947"/>
                    <a:pt x="214317" y="127384"/>
                  </a:cubicBezTo>
                  <a:close/>
                  <a:moveTo>
                    <a:pt x="270210" y="290838"/>
                  </a:moveTo>
                  <a:cubicBezTo>
                    <a:pt x="261733" y="297471"/>
                    <a:pt x="250189" y="291018"/>
                    <a:pt x="244569" y="275588"/>
                  </a:cubicBezTo>
                  <a:cubicBezTo>
                    <a:pt x="238949" y="260158"/>
                    <a:pt x="241854" y="241809"/>
                    <a:pt x="251151" y="235138"/>
                  </a:cubicBezTo>
                  <a:cubicBezTo>
                    <a:pt x="260437" y="228467"/>
                    <a:pt x="272172" y="236083"/>
                    <a:pt x="276963" y="251541"/>
                  </a:cubicBezTo>
                  <a:cubicBezTo>
                    <a:pt x="281764" y="267008"/>
                    <a:pt x="278668" y="284215"/>
                    <a:pt x="270210" y="29083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25EFA29B-A01D-0CB3-D8C3-F916ED9CD58E}"/>
                </a:ext>
              </a:extLst>
            </p:cNvPr>
            <p:cNvSpPr/>
            <p:nvPr/>
          </p:nvSpPr>
          <p:spPr>
            <a:xfrm>
              <a:off x="4359636" y="1884500"/>
              <a:ext cx="463826" cy="172684"/>
            </a:xfrm>
            <a:custGeom>
              <a:avLst/>
              <a:gdLst>
                <a:gd name="connsiteX0" fmla="*/ 6624 w 463826"/>
                <a:gd name="connsiteY0" fmla="*/ 144870 h 172684"/>
                <a:gd name="connsiteX1" fmla="*/ 196229 w 463826"/>
                <a:gd name="connsiteY1" fmla="*/ 172319 h 172684"/>
                <a:gd name="connsiteX2" fmla="*/ 247930 w 463826"/>
                <a:gd name="connsiteY2" fmla="*/ 159676 h 172684"/>
                <a:gd name="connsiteX3" fmla="*/ 457052 w 463826"/>
                <a:gd name="connsiteY3" fmla="*/ 26874 h 172684"/>
                <a:gd name="connsiteX4" fmla="*/ 449994 w 463826"/>
                <a:gd name="connsiteY4" fmla="*/ 10253 h 172684"/>
                <a:gd name="connsiteX5" fmla="*/ 257941 w 463826"/>
                <a:gd name="connsiteY5" fmla="*/ 77 h 172684"/>
                <a:gd name="connsiteX6" fmla="*/ 208192 w 463826"/>
                <a:gd name="connsiteY6" fmla="*/ 12001 h 172684"/>
                <a:gd name="connsiteX7" fmla="*/ 13206 w 463826"/>
                <a:gd name="connsiteY7" fmla="*/ 125462 h 172684"/>
                <a:gd name="connsiteX8" fmla="*/ 6624 w 463826"/>
                <a:gd name="connsiteY8" fmla="*/ 144870 h 172684"/>
                <a:gd name="connsiteX9" fmla="*/ 333236 w 463826"/>
                <a:gd name="connsiteY9" fmla="*/ 45081 h 172684"/>
                <a:gd name="connsiteX10" fmla="*/ 377575 w 463826"/>
                <a:gd name="connsiteY10" fmla="*/ 32155 h 172684"/>
                <a:gd name="connsiteX11" fmla="*/ 379861 w 463826"/>
                <a:gd name="connsiteY11" fmla="*/ 48464 h 172684"/>
                <a:gd name="connsiteX12" fmla="*/ 333217 w 463826"/>
                <a:gd name="connsiteY12" fmla="*/ 60814 h 172684"/>
                <a:gd name="connsiteX13" fmla="*/ 333236 w 463826"/>
                <a:gd name="connsiteY13" fmla="*/ 45081 h 172684"/>
                <a:gd name="connsiteX14" fmla="*/ 212526 w 463826"/>
                <a:gd name="connsiteY14" fmla="*/ 76470 h 172684"/>
                <a:gd name="connsiteX15" fmla="*/ 254731 w 463826"/>
                <a:gd name="connsiteY15" fmla="*/ 66096 h 172684"/>
                <a:gd name="connsiteX16" fmla="*/ 252055 w 463826"/>
                <a:gd name="connsiteY16" fmla="*/ 81450 h 172684"/>
                <a:gd name="connsiteX17" fmla="*/ 209011 w 463826"/>
                <a:gd name="connsiteY17" fmla="*/ 92023 h 172684"/>
                <a:gd name="connsiteX18" fmla="*/ 212526 w 463826"/>
                <a:gd name="connsiteY18" fmla="*/ 76470 h 172684"/>
                <a:gd name="connsiteX19" fmla="*/ 86786 w 463826"/>
                <a:gd name="connsiteY19" fmla="*/ 106215 h 172684"/>
                <a:gd name="connsiteX20" fmla="*/ 132382 w 463826"/>
                <a:gd name="connsiteY20" fmla="*/ 95340 h 172684"/>
                <a:gd name="connsiteX21" fmla="*/ 127734 w 463826"/>
                <a:gd name="connsiteY21" fmla="*/ 112092 h 172684"/>
                <a:gd name="connsiteX22" fmla="*/ 81424 w 463826"/>
                <a:gd name="connsiteY22" fmla="*/ 124121 h 172684"/>
                <a:gd name="connsiteX23" fmla="*/ 86786 w 463826"/>
                <a:gd name="connsiteY23" fmla="*/ 106215 h 17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63826" h="172684">
                  <a:moveTo>
                    <a:pt x="6624" y="144870"/>
                  </a:moveTo>
                  <a:cubicBezTo>
                    <a:pt x="81357" y="154943"/>
                    <a:pt x="103655" y="159412"/>
                    <a:pt x="196229" y="172319"/>
                  </a:cubicBezTo>
                  <a:cubicBezTo>
                    <a:pt x="210002" y="174237"/>
                    <a:pt x="233957" y="168388"/>
                    <a:pt x="247930" y="159676"/>
                  </a:cubicBezTo>
                  <a:cubicBezTo>
                    <a:pt x="341837" y="101207"/>
                    <a:pt x="378318" y="83850"/>
                    <a:pt x="457052" y="26874"/>
                  </a:cubicBezTo>
                  <a:cubicBezTo>
                    <a:pt x="468767" y="18407"/>
                    <a:pt x="464567" y="10735"/>
                    <a:pt x="449994" y="10253"/>
                  </a:cubicBezTo>
                  <a:cubicBezTo>
                    <a:pt x="352029" y="6993"/>
                    <a:pt x="354134" y="5510"/>
                    <a:pt x="257941" y="77"/>
                  </a:cubicBezTo>
                  <a:cubicBezTo>
                    <a:pt x="243634" y="-726"/>
                    <a:pt x="219974" y="4877"/>
                    <a:pt x="208192" y="12001"/>
                  </a:cubicBezTo>
                  <a:cubicBezTo>
                    <a:pt x="129049" y="59831"/>
                    <a:pt x="109675" y="66880"/>
                    <a:pt x="13206" y="125462"/>
                  </a:cubicBezTo>
                  <a:cubicBezTo>
                    <a:pt x="-1149" y="134184"/>
                    <a:pt x="-4501" y="143368"/>
                    <a:pt x="6624" y="144870"/>
                  </a:cubicBezTo>
                  <a:close/>
                  <a:moveTo>
                    <a:pt x="333236" y="45081"/>
                  </a:moveTo>
                  <a:cubicBezTo>
                    <a:pt x="345504" y="37362"/>
                    <a:pt x="364812" y="31390"/>
                    <a:pt x="377575" y="32155"/>
                  </a:cubicBezTo>
                  <a:cubicBezTo>
                    <a:pt x="390329" y="32921"/>
                    <a:pt x="392110" y="40376"/>
                    <a:pt x="379861" y="48464"/>
                  </a:cubicBezTo>
                  <a:cubicBezTo>
                    <a:pt x="367621" y="56533"/>
                    <a:pt x="346009" y="61929"/>
                    <a:pt x="333217" y="60814"/>
                  </a:cubicBezTo>
                  <a:cubicBezTo>
                    <a:pt x="320425" y="59699"/>
                    <a:pt x="320977" y="52801"/>
                    <a:pt x="333236" y="45081"/>
                  </a:cubicBezTo>
                  <a:close/>
                  <a:moveTo>
                    <a:pt x="212526" y="76470"/>
                  </a:moveTo>
                  <a:cubicBezTo>
                    <a:pt x="225118" y="69459"/>
                    <a:pt x="243882" y="64867"/>
                    <a:pt x="254731" y="66096"/>
                  </a:cubicBezTo>
                  <a:cubicBezTo>
                    <a:pt x="265580" y="67324"/>
                    <a:pt x="264656" y="74165"/>
                    <a:pt x="252055" y="81450"/>
                  </a:cubicBezTo>
                  <a:cubicBezTo>
                    <a:pt x="239472" y="88735"/>
                    <a:pt x="219860" y="93525"/>
                    <a:pt x="209011" y="92023"/>
                  </a:cubicBezTo>
                  <a:cubicBezTo>
                    <a:pt x="198153" y="90530"/>
                    <a:pt x="199953" y="83462"/>
                    <a:pt x="212526" y="76470"/>
                  </a:cubicBezTo>
                  <a:close/>
                  <a:moveTo>
                    <a:pt x="86786" y="106215"/>
                  </a:moveTo>
                  <a:cubicBezTo>
                    <a:pt x="100655" y="98335"/>
                    <a:pt x="120981" y="93762"/>
                    <a:pt x="132382" y="95340"/>
                  </a:cubicBezTo>
                  <a:cubicBezTo>
                    <a:pt x="143793" y="96908"/>
                    <a:pt x="141841" y="104136"/>
                    <a:pt x="127734" y="112092"/>
                  </a:cubicBezTo>
                  <a:cubicBezTo>
                    <a:pt x="113628" y="120048"/>
                    <a:pt x="92616" y="125765"/>
                    <a:pt x="81424" y="124121"/>
                  </a:cubicBezTo>
                  <a:cubicBezTo>
                    <a:pt x="70251" y="122477"/>
                    <a:pt x="72918" y="114105"/>
                    <a:pt x="86786" y="1062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616B91D0-FE62-8594-0E3C-AF4CC2CA556A}"/>
                </a:ext>
              </a:extLst>
            </p:cNvPr>
            <p:cNvSpPr/>
            <p:nvPr/>
          </p:nvSpPr>
          <p:spPr>
            <a:xfrm>
              <a:off x="4736221" y="1738030"/>
              <a:ext cx="261612" cy="386017"/>
            </a:xfrm>
            <a:custGeom>
              <a:avLst/>
              <a:gdLst>
                <a:gd name="connsiteX0" fmla="*/ 248545 w 261612"/>
                <a:gd name="connsiteY0" fmla="*/ 144648 h 386017"/>
                <a:gd name="connsiteX1" fmla="*/ 62017 w 261612"/>
                <a:gd name="connsiteY1" fmla="*/ 3898 h 386017"/>
                <a:gd name="connsiteX2" fmla="*/ 30547 w 261612"/>
                <a:gd name="connsiteY2" fmla="*/ 17467 h 386017"/>
                <a:gd name="connsiteX3" fmla="*/ 0 w 261612"/>
                <a:gd name="connsiteY3" fmla="*/ 132572 h 386017"/>
                <a:gd name="connsiteX4" fmla="*/ 74114 w 261612"/>
                <a:gd name="connsiteY4" fmla="*/ 135567 h 386017"/>
                <a:gd name="connsiteX5" fmla="*/ 107423 w 261612"/>
                <a:gd name="connsiteY5" fmla="*/ 156421 h 386017"/>
                <a:gd name="connsiteX6" fmla="*/ 108242 w 261612"/>
                <a:gd name="connsiteY6" fmla="*/ 160446 h 386017"/>
                <a:gd name="connsiteX7" fmla="*/ 139808 w 261612"/>
                <a:gd name="connsiteY7" fmla="*/ 191684 h 386017"/>
                <a:gd name="connsiteX8" fmla="*/ 179251 w 261612"/>
                <a:gd name="connsiteY8" fmla="*/ 354024 h 386017"/>
                <a:gd name="connsiteX9" fmla="*/ 187242 w 261612"/>
                <a:gd name="connsiteY9" fmla="*/ 386017 h 386017"/>
                <a:gd name="connsiteX10" fmla="*/ 188585 w 261612"/>
                <a:gd name="connsiteY10" fmla="*/ 382880 h 386017"/>
                <a:gd name="connsiteX11" fmla="*/ 259575 w 261612"/>
                <a:gd name="connsiteY11" fmla="*/ 187923 h 386017"/>
                <a:gd name="connsiteX12" fmla="*/ 248545 w 261612"/>
                <a:gd name="connsiteY12" fmla="*/ 144648 h 386017"/>
                <a:gd name="connsiteX13" fmla="*/ 174422 w 261612"/>
                <a:gd name="connsiteY13" fmla="*/ 214625 h 386017"/>
                <a:gd name="connsiteX14" fmla="*/ 144542 w 261612"/>
                <a:gd name="connsiteY14" fmla="*/ 191259 h 386017"/>
                <a:gd name="connsiteX15" fmla="*/ 157315 w 261612"/>
                <a:gd name="connsiteY15" fmla="*/ 163677 h 386017"/>
                <a:gd name="connsiteX16" fmla="*/ 186776 w 261612"/>
                <a:gd name="connsiteY16" fmla="*/ 186496 h 386017"/>
                <a:gd name="connsiteX17" fmla="*/ 174422 w 261612"/>
                <a:gd name="connsiteY17" fmla="*/ 214625 h 38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1612" h="386017">
                  <a:moveTo>
                    <a:pt x="248545" y="144648"/>
                  </a:moveTo>
                  <a:cubicBezTo>
                    <a:pt x="172869" y="89382"/>
                    <a:pt x="148028" y="63908"/>
                    <a:pt x="62017" y="3898"/>
                  </a:cubicBezTo>
                  <a:cubicBezTo>
                    <a:pt x="49216" y="-5031"/>
                    <a:pt x="34433" y="2169"/>
                    <a:pt x="30547" y="17467"/>
                  </a:cubicBezTo>
                  <a:cubicBezTo>
                    <a:pt x="14392" y="81010"/>
                    <a:pt x="9125" y="101741"/>
                    <a:pt x="0" y="132572"/>
                  </a:cubicBezTo>
                  <a:cubicBezTo>
                    <a:pt x="18155" y="133526"/>
                    <a:pt x="39986" y="134433"/>
                    <a:pt x="74114" y="135567"/>
                  </a:cubicBezTo>
                  <a:cubicBezTo>
                    <a:pt x="98593" y="136389"/>
                    <a:pt x="105556" y="150421"/>
                    <a:pt x="107423" y="156421"/>
                  </a:cubicBezTo>
                  <a:cubicBezTo>
                    <a:pt x="107699" y="157318"/>
                    <a:pt x="108013" y="158755"/>
                    <a:pt x="108242" y="160446"/>
                  </a:cubicBezTo>
                  <a:cubicBezTo>
                    <a:pt x="123711" y="163271"/>
                    <a:pt x="135979" y="175101"/>
                    <a:pt x="139808" y="191684"/>
                  </a:cubicBezTo>
                  <a:cubicBezTo>
                    <a:pt x="154372" y="254679"/>
                    <a:pt x="166459" y="302924"/>
                    <a:pt x="179251" y="354024"/>
                  </a:cubicBezTo>
                  <a:cubicBezTo>
                    <a:pt x="181889" y="364587"/>
                    <a:pt x="184566" y="375246"/>
                    <a:pt x="187242" y="386017"/>
                  </a:cubicBezTo>
                  <a:cubicBezTo>
                    <a:pt x="187719" y="384997"/>
                    <a:pt x="188233" y="384005"/>
                    <a:pt x="188585" y="382880"/>
                  </a:cubicBezTo>
                  <a:cubicBezTo>
                    <a:pt x="220599" y="279888"/>
                    <a:pt x="225114" y="285595"/>
                    <a:pt x="259575" y="187923"/>
                  </a:cubicBezTo>
                  <a:cubicBezTo>
                    <a:pt x="264709" y="173381"/>
                    <a:pt x="259813" y="152868"/>
                    <a:pt x="248545" y="144648"/>
                  </a:cubicBezTo>
                  <a:close/>
                  <a:moveTo>
                    <a:pt x="174422" y="214625"/>
                  </a:moveTo>
                  <a:cubicBezTo>
                    <a:pt x="162725" y="215419"/>
                    <a:pt x="149238" y="204808"/>
                    <a:pt x="144542" y="191259"/>
                  </a:cubicBezTo>
                  <a:cubicBezTo>
                    <a:pt x="139837" y="177709"/>
                    <a:pt x="145609" y="165624"/>
                    <a:pt x="157315" y="163677"/>
                  </a:cubicBezTo>
                  <a:cubicBezTo>
                    <a:pt x="169021" y="161722"/>
                    <a:pt x="182061" y="171794"/>
                    <a:pt x="186776" y="186496"/>
                  </a:cubicBezTo>
                  <a:cubicBezTo>
                    <a:pt x="191472" y="201208"/>
                    <a:pt x="186119" y="213832"/>
                    <a:pt x="174422" y="2146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94750699-B1EB-BCC2-8772-2A626DB4B80C}"/>
                </a:ext>
              </a:extLst>
            </p:cNvPr>
            <p:cNvSpPr/>
            <p:nvPr/>
          </p:nvSpPr>
          <p:spPr>
            <a:xfrm>
              <a:off x="4350749" y="2046869"/>
              <a:ext cx="324406" cy="357526"/>
            </a:xfrm>
            <a:custGeom>
              <a:avLst/>
              <a:gdLst>
                <a:gd name="connsiteX0" fmla="*/ 241349 w 324406"/>
                <a:gd name="connsiteY0" fmla="*/ 68873 h 357526"/>
                <a:gd name="connsiteX1" fmla="*/ 202335 w 324406"/>
                <a:gd name="connsiteY1" fmla="*/ 27676 h 357526"/>
                <a:gd name="connsiteX2" fmla="*/ 18417 w 324406"/>
                <a:gd name="connsiteY2" fmla="*/ 208 h 357526"/>
                <a:gd name="connsiteX3" fmla="*/ 1738 w 324406"/>
                <a:gd name="connsiteY3" fmla="*/ 27515 h 357526"/>
                <a:gd name="connsiteX4" fmla="*/ 82272 w 324406"/>
                <a:gd name="connsiteY4" fmla="*/ 264812 h 357526"/>
                <a:gd name="connsiteX5" fmla="*/ 114924 w 324406"/>
                <a:gd name="connsiteY5" fmla="*/ 298365 h 357526"/>
                <a:gd name="connsiteX6" fmla="*/ 308377 w 324406"/>
                <a:gd name="connsiteY6" fmla="*/ 356948 h 357526"/>
                <a:gd name="connsiteX7" fmla="*/ 322759 w 324406"/>
                <a:gd name="connsiteY7" fmla="*/ 329886 h 357526"/>
                <a:gd name="connsiteX8" fmla="*/ 241349 w 324406"/>
                <a:gd name="connsiteY8" fmla="*/ 68873 h 357526"/>
                <a:gd name="connsiteX9" fmla="*/ 89521 w 324406"/>
                <a:gd name="connsiteY9" fmla="*/ 114387 h 357526"/>
                <a:gd name="connsiteX10" fmla="*/ 57450 w 324406"/>
                <a:gd name="connsiteY10" fmla="*/ 81487 h 357526"/>
                <a:gd name="connsiteX11" fmla="*/ 70680 w 324406"/>
                <a:gd name="connsiteY11" fmla="*/ 55682 h 357526"/>
                <a:gd name="connsiteX12" fmla="*/ 101008 w 324406"/>
                <a:gd name="connsiteY12" fmla="*/ 90302 h 357526"/>
                <a:gd name="connsiteX13" fmla="*/ 89521 w 324406"/>
                <a:gd name="connsiteY13" fmla="*/ 114387 h 357526"/>
                <a:gd name="connsiteX14" fmla="*/ 137832 w 324406"/>
                <a:gd name="connsiteY14" fmla="*/ 264727 h 357526"/>
                <a:gd name="connsiteX15" fmla="*/ 106418 w 324406"/>
                <a:gd name="connsiteY15" fmla="*/ 231789 h 357526"/>
                <a:gd name="connsiteX16" fmla="*/ 120982 w 324406"/>
                <a:gd name="connsiteY16" fmla="*/ 211001 h 357526"/>
                <a:gd name="connsiteX17" fmla="*/ 150814 w 324406"/>
                <a:gd name="connsiteY17" fmla="*/ 242693 h 357526"/>
                <a:gd name="connsiteX18" fmla="*/ 137832 w 324406"/>
                <a:gd name="connsiteY18" fmla="*/ 264727 h 357526"/>
                <a:gd name="connsiteX19" fmla="*/ 202802 w 324406"/>
                <a:gd name="connsiteY19" fmla="*/ 139540 h 357526"/>
                <a:gd name="connsiteX20" fmla="*/ 171407 w 324406"/>
                <a:gd name="connsiteY20" fmla="*/ 105402 h 357526"/>
                <a:gd name="connsiteX21" fmla="*/ 181694 w 324406"/>
                <a:gd name="connsiteY21" fmla="*/ 77206 h 357526"/>
                <a:gd name="connsiteX22" fmla="*/ 216022 w 324406"/>
                <a:gd name="connsiteY22" fmla="*/ 114246 h 357526"/>
                <a:gd name="connsiteX23" fmla="*/ 202802 w 324406"/>
                <a:gd name="connsiteY23" fmla="*/ 139540 h 357526"/>
                <a:gd name="connsiteX24" fmla="*/ 257456 w 324406"/>
                <a:gd name="connsiteY24" fmla="*/ 297354 h 357526"/>
                <a:gd name="connsiteX25" fmla="*/ 226205 w 324406"/>
                <a:gd name="connsiteY25" fmla="*/ 262299 h 357526"/>
                <a:gd name="connsiteX26" fmla="*/ 238216 w 324406"/>
                <a:gd name="connsiteY26" fmla="*/ 239792 h 357526"/>
                <a:gd name="connsiteX27" fmla="*/ 270648 w 324406"/>
                <a:gd name="connsiteY27" fmla="*/ 273156 h 357526"/>
                <a:gd name="connsiteX28" fmla="*/ 257456 w 324406"/>
                <a:gd name="connsiteY28" fmla="*/ 297354 h 35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4406" h="357526">
                  <a:moveTo>
                    <a:pt x="241349" y="68873"/>
                  </a:moveTo>
                  <a:cubicBezTo>
                    <a:pt x="235634" y="49436"/>
                    <a:pt x="216803" y="29707"/>
                    <a:pt x="202335" y="27676"/>
                  </a:cubicBezTo>
                  <a:cubicBezTo>
                    <a:pt x="105132" y="14013"/>
                    <a:pt x="111571" y="13701"/>
                    <a:pt x="18417" y="208"/>
                  </a:cubicBezTo>
                  <a:cubicBezTo>
                    <a:pt x="4558" y="-1795"/>
                    <a:pt x="-3824" y="10914"/>
                    <a:pt x="1738" y="27515"/>
                  </a:cubicBezTo>
                  <a:cubicBezTo>
                    <a:pt x="39067" y="139143"/>
                    <a:pt x="50487" y="167017"/>
                    <a:pt x="82272" y="264812"/>
                  </a:cubicBezTo>
                  <a:cubicBezTo>
                    <a:pt x="87006" y="279373"/>
                    <a:pt x="102122" y="294812"/>
                    <a:pt x="114924" y="298365"/>
                  </a:cubicBezTo>
                  <a:cubicBezTo>
                    <a:pt x="200916" y="322252"/>
                    <a:pt x="223461" y="333278"/>
                    <a:pt x="308377" y="356948"/>
                  </a:cubicBezTo>
                  <a:cubicBezTo>
                    <a:pt x="321016" y="360472"/>
                    <a:pt x="327732" y="347452"/>
                    <a:pt x="322759" y="329886"/>
                  </a:cubicBezTo>
                  <a:cubicBezTo>
                    <a:pt x="289393" y="211861"/>
                    <a:pt x="279735" y="199540"/>
                    <a:pt x="241349" y="68873"/>
                  </a:cubicBezTo>
                  <a:close/>
                  <a:moveTo>
                    <a:pt x="89521" y="114387"/>
                  </a:moveTo>
                  <a:cubicBezTo>
                    <a:pt x="77519" y="111836"/>
                    <a:pt x="62641" y="97483"/>
                    <a:pt x="57450" y="81487"/>
                  </a:cubicBezTo>
                  <a:cubicBezTo>
                    <a:pt x="52259" y="65471"/>
                    <a:pt x="58793" y="53443"/>
                    <a:pt x="70680" y="55682"/>
                  </a:cubicBezTo>
                  <a:cubicBezTo>
                    <a:pt x="82587" y="57912"/>
                    <a:pt x="95722" y="73975"/>
                    <a:pt x="101008" y="90302"/>
                  </a:cubicBezTo>
                  <a:cubicBezTo>
                    <a:pt x="106275" y="106611"/>
                    <a:pt x="101532" y="116957"/>
                    <a:pt x="89521" y="114387"/>
                  </a:cubicBezTo>
                  <a:close/>
                  <a:moveTo>
                    <a:pt x="137832" y="264727"/>
                  </a:moveTo>
                  <a:cubicBezTo>
                    <a:pt x="125554" y="261505"/>
                    <a:pt x="111047" y="246406"/>
                    <a:pt x="106418" y="231789"/>
                  </a:cubicBezTo>
                  <a:cubicBezTo>
                    <a:pt x="101799" y="217171"/>
                    <a:pt x="108818" y="208129"/>
                    <a:pt x="120982" y="211001"/>
                  </a:cubicBezTo>
                  <a:cubicBezTo>
                    <a:pt x="133145" y="213864"/>
                    <a:pt x="146090" y="227735"/>
                    <a:pt x="150814" y="242693"/>
                  </a:cubicBezTo>
                  <a:cubicBezTo>
                    <a:pt x="155548" y="257641"/>
                    <a:pt x="150109" y="267940"/>
                    <a:pt x="137832" y="264727"/>
                  </a:cubicBezTo>
                  <a:close/>
                  <a:moveTo>
                    <a:pt x="202802" y="139540"/>
                  </a:moveTo>
                  <a:cubicBezTo>
                    <a:pt x="190572" y="136979"/>
                    <a:pt x="177189" y="122362"/>
                    <a:pt x="171407" y="105402"/>
                  </a:cubicBezTo>
                  <a:cubicBezTo>
                    <a:pt x="165645" y="88422"/>
                    <a:pt x="169474" y="74958"/>
                    <a:pt x="181694" y="77206"/>
                  </a:cubicBezTo>
                  <a:cubicBezTo>
                    <a:pt x="193934" y="79446"/>
                    <a:pt x="210250" y="96954"/>
                    <a:pt x="216022" y="114246"/>
                  </a:cubicBezTo>
                  <a:cubicBezTo>
                    <a:pt x="221775" y="131518"/>
                    <a:pt x="215041" y="142110"/>
                    <a:pt x="202802" y="139540"/>
                  </a:cubicBezTo>
                  <a:close/>
                  <a:moveTo>
                    <a:pt x="257456" y="297354"/>
                  </a:moveTo>
                  <a:cubicBezTo>
                    <a:pt x="245216" y="294151"/>
                    <a:pt x="231443" y="277946"/>
                    <a:pt x="226205" y="262299"/>
                  </a:cubicBezTo>
                  <a:cubicBezTo>
                    <a:pt x="220956" y="246661"/>
                    <a:pt x="226004" y="236938"/>
                    <a:pt x="238216" y="239792"/>
                  </a:cubicBezTo>
                  <a:cubicBezTo>
                    <a:pt x="250446" y="242645"/>
                    <a:pt x="265400" y="257187"/>
                    <a:pt x="270648" y="273156"/>
                  </a:cubicBezTo>
                  <a:cubicBezTo>
                    <a:pt x="275906" y="289133"/>
                    <a:pt x="269686" y="300548"/>
                    <a:pt x="257456" y="29735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16718E9B-2716-B176-A94F-A12A2D347A44}"/>
              </a:ext>
            </a:extLst>
          </p:cNvPr>
          <p:cNvSpPr/>
          <p:nvPr/>
        </p:nvSpPr>
        <p:spPr>
          <a:xfrm>
            <a:off x="1331859" y="1225109"/>
            <a:ext cx="203391" cy="1449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48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CAC2CB-DB3C-0C9E-F3C4-971BBBBDFDA4}"/>
              </a:ext>
            </a:extLst>
          </p:cNvPr>
          <p:cNvSpPr txBox="1"/>
          <p:nvPr/>
        </p:nvSpPr>
        <p:spPr>
          <a:xfrm>
            <a:off x="1264317" y="1170607"/>
            <a:ext cx="255197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+mj-lt"/>
              </a:rPr>
              <a:t>+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A281F19-5B73-6DA0-23C8-8F35642A7767}"/>
              </a:ext>
            </a:extLst>
          </p:cNvPr>
          <p:cNvSpPr txBox="1"/>
          <p:nvPr/>
        </p:nvSpPr>
        <p:spPr>
          <a:xfrm>
            <a:off x="1362973" y="1170608"/>
            <a:ext cx="231154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5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-</a:t>
            </a:r>
          </a:p>
        </p:txBody>
      </p:sp>
      <p:pic>
        <p:nvPicPr>
          <p:cNvPr id="83" name="Graphic 82" descr="User with solid fill">
            <a:extLst>
              <a:ext uri="{FF2B5EF4-FFF2-40B4-BE49-F238E27FC236}">
                <a16:creationId xmlns:a16="http://schemas.microsoft.com/office/drawing/2014/main" id="{857716C4-2188-552C-FF1E-8B235D31A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2426" y="1348415"/>
            <a:ext cx="268816" cy="268817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FFDD97B-4017-2C01-5FD2-172C3432A02A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1402823" y="1325839"/>
            <a:ext cx="9047" cy="56003"/>
          </a:xfrm>
          <a:prstGeom prst="line">
            <a:avLst/>
          </a:prstGeom>
          <a:ln w="952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BFE18A2-BC17-EDD8-B180-CB4C453BAC76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1412725" y="1319706"/>
            <a:ext cx="25501" cy="56003"/>
          </a:xfrm>
          <a:prstGeom prst="line">
            <a:avLst/>
          </a:prstGeom>
          <a:ln w="952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0006607-3E09-A9D3-AA94-6E0F87012152}"/>
              </a:ext>
            </a:extLst>
          </p:cNvPr>
          <p:cNvCxnSpPr>
            <a:cxnSpLocks/>
          </p:cNvCxnSpPr>
          <p:nvPr/>
        </p:nvCxnSpPr>
        <p:spPr>
          <a:xfrm flipV="1">
            <a:off x="1127585" y="1512595"/>
            <a:ext cx="166459" cy="191788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D5EAEBB-B32F-E91E-1854-58FB3C0482E4}"/>
              </a:ext>
            </a:extLst>
          </p:cNvPr>
          <p:cNvCxnSpPr>
            <a:cxnSpLocks/>
          </p:cNvCxnSpPr>
          <p:nvPr/>
        </p:nvCxnSpPr>
        <p:spPr>
          <a:xfrm>
            <a:off x="1558136" y="1512595"/>
            <a:ext cx="166459" cy="191788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0C8E9044-8FC2-3D85-9205-F8666949FB29}"/>
              </a:ext>
            </a:extLst>
          </p:cNvPr>
          <p:cNvSpPr/>
          <p:nvPr/>
        </p:nvSpPr>
        <p:spPr>
          <a:xfrm>
            <a:off x="2275422" y="1761110"/>
            <a:ext cx="393145" cy="2801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33F570-2AA0-FA81-3D25-3CF5A65D62C5}"/>
              </a:ext>
            </a:extLst>
          </p:cNvPr>
          <p:cNvSpPr txBox="1"/>
          <p:nvPr/>
        </p:nvSpPr>
        <p:spPr>
          <a:xfrm>
            <a:off x="2231847" y="1697807"/>
            <a:ext cx="319319" cy="40011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</a:rPr>
              <a:t>+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7972B1-0418-ACDD-8454-F215B20E6488}"/>
              </a:ext>
            </a:extLst>
          </p:cNvPr>
          <p:cNvSpPr txBox="1"/>
          <p:nvPr/>
        </p:nvSpPr>
        <p:spPr>
          <a:xfrm>
            <a:off x="2421755" y="1684604"/>
            <a:ext cx="274433" cy="40011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-</a:t>
            </a:r>
          </a:p>
        </p:txBody>
      </p:sp>
      <p:grpSp>
        <p:nvGrpSpPr>
          <p:cNvPr id="54" name="Graphic 8">
            <a:extLst>
              <a:ext uri="{FF2B5EF4-FFF2-40B4-BE49-F238E27FC236}">
                <a16:creationId xmlns:a16="http://schemas.microsoft.com/office/drawing/2014/main" id="{51AC0AB9-9C46-78AA-75D3-0892E9169C6B}"/>
              </a:ext>
            </a:extLst>
          </p:cNvPr>
          <p:cNvGrpSpPr>
            <a:grpSpLocks noChangeAspect="1"/>
          </p:cNvGrpSpPr>
          <p:nvPr/>
        </p:nvGrpSpPr>
        <p:grpSpPr>
          <a:xfrm>
            <a:off x="2995086" y="1735075"/>
            <a:ext cx="386329" cy="327244"/>
            <a:chOff x="4350749" y="1678250"/>
            <a:chExt cx="857255" cy="726144"/>
          </a:xfrm>
          <a:solidFill>
            <a:srgbClr val="000000"/>
          </a:solidFill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F2DCE48-7ADA-C066-E607-BE4F30D22132}"/>
                </a:ext>
              </a:extLst>
            </p:cNvPr>
            <p:cNvSpPr/>
            <p:nvPr/>
          </p:nvSpPr>
          <p:spPr>
            <a:xfrm>
              <a:off x="4932777" y="1842857"/>
              <a:ext cx="275226" cy="310649"/>
            </a:xfrm>
            <a:custGeom>
              <a:avLst/>
              <a:gdLst>
                <a:gd name="connsiteX0" fmla="*/ 267263 w 275226"/>
                <a:gd name="connsiteY0" fmla="*/ 409 h 310649"/>
                <a:gd name="connsiteX1" fmla="*/ 110015 w 275226"/>
                <a:gd name="connsiteY1" fmla="*/ 52708 h 310649"/>
                <a:gd name="connsiteX2" fmla="*/ 83154 w 275226"/>
                <a:gd name="connsiteY2" fmla="*/ 79240 h 310649"/>
                <a:gd name="connsiteX3" fmla="*/ 3183 w 275226"/>
                <a:gd name="connsiteY3" fmla="*/ 287558 h 310649"/>
                <a:gd name="connsiteX4" fmla="*/ 8259 w 275226"/>
                <a:gd name="connsiteY4" fmla="*/ 309961 h 310649"/>
                <a:gd name="connsiteX5" fmla="*/ 168203 w 275226"/>
                <a:gd name="connsiteY5" fmla="*/ 233511 h 310649"/>
                <a:gd name="connsiteX6" fmla="*/ 196530 w 275226"/>
                <a:gd name="connsiteY6" fmla="*/ 198068 h 310649"/>
                <a:gd name="connsiteX7" fmla="*/ 272102 w 275226"/>
                <a:gd name="connsiteY7" fmla="*/ 22613 h 310649"/>
                <a:gd name="connsiteX8" fmla="*/ 267263 w 275226"/>
                <a:gd name="connsiteY8" fmla="*/ 409 h 310649"/>
                <a:gd name="connsiteX9" fmla="*/ 160917 w 275226"/>
                <a:gd name="connsiteY9" fmla="*/ 135092 h 310649"/>
                <a:gd name="connsiteX10" fmla="*/ 133999 w 275226"/>
                <a:gd name="connsiteY10" fmla="*/ 162323 h 310649"/>
                <a:gd name="connsiteX11" fmla="*/ 125083 w 275226"/>
                <a:gd name="connsiteY11" fmla="*/ 149001 h 310649"/>
                <a:gd name="connsiteX12" fmla="*/ 151963 w 275226"/>
                <a:gd name="connsiteY12" fmla="*/ 122298 h 310649"/>
                <a:gd name="connsiteX13" fmla="*/ 160917 w 275226"/>
                <a:gd name="connsiteY13" fmla="*/ 135092 h 310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226" h="310649">
                  <a:moveTo>
                    <a:pt x="267263" y="409"/>
                  </a:moveTo>
                  <a:cubicBezTo>
                    <a:pt x="209713" y="18702"/>
                    <a:pt x="180948" y="31703"/>
                    <a:pt x="110015" y="52708"/>
                  </a:cubicBezTo>
                  <a:cubicBezTo>
                    <a:pt x="99461" y="55826"/>
                    <a:pt x="87288" y="67788"/>
                    <a:pt x="83154" y="79240"/>
                  </a:cubicBezTo>
                  <a:cubicBezTo>
                    <a:pt x="55341" y="156238"/>
                    <a:pt x="41016" y="185728"/>
                    <a:pt x="3183" y="287558"/>
                  </a:cubicBezTo>
                  <a:cubicBezTo>
                    <a:pt x="-2456" y="302714"/>
                    <a:pt x="-504" y="313542"/>
                    <a:pt x="8259" y="309961"/>
                  </a:cubicBezTo>
                  <a:cubicBezTo>
                    <a:pt x="67162" y="285885"/>
                    <a:pt x="105557" y="260166"/>
                    <a:pt x="168203" y="233511"/>
                  </a:cubicBezTo>
                  <a:cubicBezTo>
                    <a:pt x="177528" y="229542"/>
                    <a:pt x="190539" y="212619"/>
                    <a:pt x="196530" y="198068"/>
                  </a:cubicBezTo>
                  <a:cubicBezTo>
                    <a:pt x="236793" y="100311"/>
                    <a:pt x="235459" y="114475"/>
                    <a:pt x="272102" y="22613"/>
                  </a:cubicBezTo>
                  <a:cubicBezTo>
                    <a:pt x="277550" y="8941"/>
                    <a:pt x="275836" y="-2312"/>
                    <a:pt x="267263" y="409"/>
                  </a:cubicBezTo>
                  <a:close/>
                  <a:moveTo>
                    <a:pt x="160917" y="135092"/>
                  </a:moveTo>
                  <a:cubicBezTo>
                    <a:pt x="156116" y="145694"/>
                    <a:pt x="144029" y="158100"/>
                    <a:pt x="133999" y="162323"/>
                  </a:cubicBezTo>
                  <a:cubicBezTo>
                    <a:pt x="123979" y="166547"/>
                    <a:pt x="120035" y="160349"/>
                    <a:pt x="125083" y="149001"/>
                  </a:cubicBezTo>
                  <a:cubicBezTo>
                    <a:pt x="130141" y="137643"/>
                    <a:pt x="142200" y="125785"/>
                    <a:pt x="151963" y="122298"/>
                  </a:cubicBezTo>
                  <a:cubicBezTo>
                    <a:pt x="161736" y="118793"/>
                    <a:pt x="165727" y="124481"/>
                    <a:pt x="160917" y="13509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F955C6F-A1FE-D98A-3809-5FC8023D90C0}"/>
                </a:ext>
              </a:extLst>
            </p:cNvPr>
            <p:cNvSpPr/>
            <p:nvPr/>
          </p:nvSpPr>
          <p:spPr>
            <a:xfrm>
              <a:off x="4799034" y="1678250"/>
              <a:ext cx="405610" cy="204625"/>
            </a:xfrm>
            <a:custGeom>
              <a:avLst/>
              <a:gdLst>
                <a:gd name="connsiteX0" fmla="*/ 7586 w 405610"/>
                <a:gd name="connsiteY0" fmla="*/ 51300 h 204625"/>
                <a:gd name="connsiteX1" fmla="*/ 197867 w 405610"/>
                <a:gd name="connsiteY1" fmla="*/ 196046 h 204625"/>
                <a:gd name="connsiteX2" fmla="*/ 246950 w 405610"/>
                <a:gd name="connsiteY2" fmla="*/ 202216 h 204625"/>
                <a:gd name="connsiteX3" fmla="*/ 401483 w 405610"/>
                <a:gd name="connsiteY3" fmla="*/ 151098 h 204625"/>
                <a:gd name="connsiteX4" fmla="*/ 393368 w 405610"/>
                <a:gd name="connsiteY4" fmla="*/ 131425 h 204625"/>
                <a:gd name="connsiteX5" fmla="*/ 218727 w 405610"/>
                <a:gd name="connsiteY5" fmla="*/ 10537 h 204625"/>
                <a:gd name="connsiteX6" fmla="*/ 178570 w 405610"/>
                <a:gd name="connsiteY6" fmla="*/ 371 h 204625"/>
                <a:gd name="connsiteX7" fmla="*/ 10558 w 405610"/>
                <a:gd name="connsiteY7" fmla="*/ 29237 h 204625"/>
                <a:gd name="connsiteX8" fmla="*/ 7586 w 405610"/>
                <a:gd name="connsiteY8" fmla="*/ 51300 h 204625"/>
                <a:gd name="connsiteX9" fmla="*/ 299270 w 405610"/>
                <a:gd name="connsiteY9" fmla="*/ 104676 h 204625"/>
                <a:gd name="connsiteX10" fmla="*/ 335113 w 405610"/>
                <a:gd name="connsiteY10" fmla="*/ 114427 h 204625"/>
                <a:gd name="connsiteX11" fmla="*/ 343324 w 405610"/>
                <a:gd name="connsiteY11" fmla="*/ 133778 h 204625"/>
                <a:gd name="connsiteX12" fmla="*/ 307052 w 405610"/>
                <a:gd name="connsiteY12" fmla="*/ 123507 h 204625"/>
                <a:gd name="connsiteX13" fmla="*/ 299270 w 405610"/>
                <a:gd name="connsiteY13" fmla="*/ 104676 h 204625"/>
                <a:gd name="connsiteX14" fmla="*/ 258227 w 405610"/>
                <a:gd name="connsiteY14" fmla="*/ 118103 h 204625"/>
                <a:gd name="connsiteX15" fmla="*/ 295289 w 405610"/>
                <a:gd name="connsiteY15" fmla="*/ 127580 h 204625"/>
                <a:gd name="connsiteX16" fmla="*/ 303728 w 405610"/>
                <a:gd name="connsiteY16" fmla="*/ 147630 h 204625"/>
                <a:gd name="connsiteX17" fmla="*/ 264876 w 405610"/>
                <a:gd name="connsiteY17" fmla="*/ 138200 h 204625"/>
                <a:gd name="connsiteX18" fmla="*/ 258227 w 405610"/>
                <a:gd name="connsiteY18" fmla="*/ 118103 h 204625"/>
                <a:gd name="connsiteX19" fmla="*/ 252465 w 405610"/>
                <a:gd name="connsiteY19" fmla="*/ 165498 h 204625"/>
                <a:gd name="connsiteX20" fmla="*/ 206792 w 405610"/>
                <a:gd name="connsiteY20" fmla="*/ 157731 h 204625"/>
                <a:gd name="connsiteX21" fmla="*/ 207411 w 405610"/>
                <a:gd name="connsiteY21" fmla="*/ 134969 h 204625"/>
                <a:gd name="connsiteX22" fmla="*/ 249912 w 405610"/>
                <a:gd name="connsiteY22" fmla="*/ 143369 h 204625"/>
                <a:gd name="connsiteX23" fmla="*/ 252465 w 405610"/>
                <a:gd name="connsiteY23" fmla="*/ 165498 h 204625"/>
                <a:gd name="connsiteX24" fmla="*/ 181437 w 405610"/>
                <a:gd name="connsiteY24" fmla="*/ 26723 h 204625"/>
                <a:gd name="connsiteX25" fmla="*/ 220222 w 405610"/>
                <a:gd name="connsiteY25" fmla="*/ 37126 h 204625"/>
                <a:gd name="connsiteX26" fmla="*/ 223242 w 405610"/>
                <a:gd name="connsiteY26" fmla="*/ 54408 h 204625"/>
                <a:gd name="connsiteX27" fmla="*/ 185685 w 405610"/>
                <a:gd name="connsiteY27" fmla="*/ 44279 h 204625"/>
                <a:gd name="connsiteX28" fmla="*/ 181437 w 405610"/>
                <a:gd name="connsiteY28" fmla="*/ 26723 h 204625"/>
                <a:gd name="connsiteX29" fmla="*/ 132345 w 405610"/>
                <a:gd name="connsiteY29" fmla="*/ 36106 h 204625"/>
                <a:gd name="connsiteX30" fmla="*/ 171635 w 405610"/>
                <a:gd name="connsiteY30" fmla="*/ 47293 h 204625"/>
                <a:gd name="connsiteX31" fmla="*/ 176960 w 405610"/>
                <a:gd name="connsiteY31" fmla="*/ 65492 h 204625"/>
                <a:gd name="connsiteX32" fmla="*/ 137364 w 405610"/>
                <a:gd name="connsiteY32" fmla="*/ 54928 h 204625"/>
                <a:gd name="connsiteX33" fmla="*/ 132345 w 405610"/>
                <a:gd name="connsiteY33" fmla="*/ 36106 h 204625"/>
                <a:gd name="connsiteX34" fmla="*/ 78662 w 405610"/>
                <a:gd name="connsiteY34" fmla="*/ 47199 h 204625"/>
                <a:gd name="connsiteX35" fmla="*/ 121591 w 405610"/>
                <a:gd name="connsiteY35" fmla="*/ 58518 h 204625"/>
                <a:gd name="connsiteX36" fmla="*/ 124220 w 405610"/>
                <a:gd name="connsiteY36" fmla="*/ 78909 h 204625"/>
                <a:gd name="connsiteX37" fmla="*/ 79271 w 405610"/>
                <a:gd name="connsiteY37" fmla="*/ 68600 h 204625"/>
                <a:gd name="connsiteX38" fmla="*/ 78662 w 405610"/>
                <a:gd name="connsiteY38" fmla="*/ 47199 h 20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05610" h="204625">
                  <a:moveTo>
                    <a:pt x="7586" y="51300"/>
                  </a:moveTo>
                  <a:cubicBezTo>
                    <a:pt x="84672" y="114210"/>
                    <a:pt x="125315" y="139296"/>
                    <a:pt x="197867" y="196046"/>
                  </a:cubicBezTo>
                  <a:cubicBezTo>
                    <a:pt x="208669" y="204502"/>
                    <a:pt x="231729" y="207006"/>
                    <a:pt x="246950" y="202216"/>
                  </a:cubicBezTo>
                  <a:cubicBezTo>
                    <a:pt x="349229" y="170090"/>
                    <a:pt x="348762" y="166121"/>
                    <a:pt x="401483" y="151098"/>
                  </a:cubicBezTo>
                  <a:cubicBezTo>
                    <a:pt x="409332" y="148868"/>
                    <a:pt x="405636" y="139788"/>
                    <a:pt x="393368" y="131425"/>
                  </a:cubicBezTo>
                  <a:cubicBezTo>
                    <a:pt x="311005" y="75318"/>
                    <a:pt x="291507" y="59633"/>
                    <a:pt x="218727" y="10537"/>
                  </a:cubicBezTo>
                  <a:cubicBezTo>
                    <a:pt x="207897" y="3234"/>
                    <a:pt x="189161" y="-1378"/>
                    <a:pt x="178570" y="371"/>
                  </a:cubicBezTo>
                  <a:cubicBezTo>
                    <a:pt x="107332" y="12049"/>
                    <a:pt x="94292" y="12427"/>
                    <a:pt x="10558" y="29237"/>
                  </a:cubicBezTo>
                  <a:cubicBezTo>
                    <a:pt x="-1901" y="31741"/>
                    <a:pt x="-3891" y="41936"/>
                    <a:pt x="7586" y="51300"/>
                  </a:cubicBezTo>
                  <a:close/>
                  <a:moveTo>
                    <a:pt x="299270" y="104676"/>
                  </a:moveTo>
                  <a:cubicBezTo>
                    <a:pt x="307176" y="102210"/>
                    <a:pt x="323169" y="106424"/>
                    <a:pt x="335113" y="114427"/>
                  </a:cubicBezTo>
                  <a:cubicBezTo>
                    <a:pt x="347057" y="122449"/>
                    <a:pt x="350858" y="131284"/>
                    <a:pt x="343324" y="133778"/>
                  </a:cubicBezTo>
                  <a:cubicBezTo>
                    <a:pt x="335789" y="136273"/>
                    <a:pt x="319378" y="131558"/>
                    <a:pt x="307052" y="123507"/>
                  </a:cubicBezTo>
                  <a:cubicBezTo>
                    <a:pt x="294727" y="115476"/>
                    <a:pt x="291346" y="107133"/>
                    <a:pt x="299270" y="104676"/>
                  </a:cubicBezTo>
                  <a:close/>
                  <a:moveTo>
                    <a:pt x="258227" y="118103"/>
                  </a:moveTo>
                  <a:cubicBezTo>
                    <a:pt x="266685" y="115258"/>
                    <a:pt x="282840" y="119482"/>
                    <a:pt x="295289" y="127580"/>
                  </a:cubicBezTo>
                  <a:cubicBezTo>
                    <a:pt x="307729" y="135658"/>
                    <a:pt x="312053" y="144663"/>
                    <a:pt x="303728" y="147630"/>
                  </a:cubicBezTo>
                  <a:cubicBezTo>
                    <a:pt x="295413" y="150606"/>
                    <a:pt x="277449" y="146421"/>
                    <a:pt x="264876" y="138200"/>
                  </a:cubicBezTo>
                  <a:cubicBezTo>
                    <a:pt x="252293" y="129989"/>
                    <a:pt x="249788" y="120937"/>
                    <a:pt x="258227" y="118103"/>
                  </a:cubicBezTo>
                  <a:close/>
                  <a:moveTo>
                    <a:pt x="252465" y="165498"/>
                  </a:moveTo>
                  <a:cubicBezTo>
                    <a:pt x="240396" y="169570"/>
                    <a:pt x="219013" y="166301"/>
                    <a:pt x="206792" y="157731"/>
                  </a:cubicBezTo>
                  <a:cubicBezTo>
                    <a:pt x="194572" y="149161"/>
                    <a:pt x="195696" y="138767"/>
                    <a:pt x="207411" y="134969"/>
                  </a:cubicBezTo>
                  <a:cubicBezTo>
                    <a:pt x="219146" y="131161"/>
                    <a:pt x="237367" y="135073"/>
                    <a:pt x="249912" y="143369"/>
                  </a:cubicBezTo>
                  <a:cubicBezTo>
                    <a:pt x="262466" y="151665"/>
                    <a:pt x="264533" y="161425"/>
                    <a:pt x="252465" y="165498"/>
                  </a:cubicBezTo>
                  <a:close/>
                  <a:moveTo>
                    <a:pt x="181437" y="26723"/>
                  </a:moveTo>
                  <a:cubicBezTo>
                    <a:pt x="191219" y="24900"/>
                    <a:pt x="209040" y="29624"/>
                    <a:pt x="220222" y="37126"/>
                  </a:cubicBezTo>
                  <a:cubicBezTo>
                    <a:pt x="231414" y="44619"/>
                    <a:pt x="232386" y="52311"/>
                    <a:pt x="223242" y="54408"/>
                  </a:cubicBezTo>
                  <a:cubicBezTo>
                    <a:pt x="214088" y="56515"/>
                    <a:pt x="197515" y="52065"/>
                    <a:pt x="185685" y="44279"/>
                  </a:cubicBezTo>
                  <a:cubicBezTo>
                    <a:pt x="173855" y="36503"/>
                    <a:pt x="171645" y="28547"/>
                    <a:pt x="181437" y="26723"/>
                  </a:cubicBezTo>
                  <a:close/>
                  <a:moveTo>
                    <a:pt x="132345" y="36106"/>
                  </a:moveTo>
                  <a:cubicBezTo>
                    <a:pt x="141955" y="34216"/>
                    <a:pt x="159567" y="39375"/>
                    <a:pt x="171635" y="47293"/>
                  </a:cubicBezTo>
                  <a:cubicBezTo>
                    <a:pt x="183704" y="55211"/>
                    <a:pt x="186171" y="63214"/>
                    <a:pt x="176960" y="65492"/>
                  </a:cubicBezTo>
                  <a:cubicBezTo>
                    <a:pt x="167759" y="67778"/>
                    <a:pt x="149823" y="63243"/>
                    <a:pt x="137364" y="54928"/>
                  </a:cubicBezTo>
                  <a:cubicBezTo>
                    <a:pt x="124906" y="46603"/>
                    <a:pt x="122743" y="37996"/>
                    <a:pt x="132345" y="36106"/>
                  </a:cubicBezTo>
                  <a:close/>
                  <a:moveTo>
                    <a:pt x="78662" y="47199"/>
                  </a:moveTo>
                  <a:cubicBezTo>
                    <a:pt x="90263" y="44685"/>
                    <a:pt x="109056" y="50024"/>
                    <a:pt x="121591" y="58518"/>
                  </a:cubicBezTo>
                  <a:cubicBezTo>
                    <a:pt x="134135" y="67013"/>
                    <a:pt x="135888" y="75876"/>
                    <a:pt x="124220" y="78909"/>
                  </a:cubicBezTo>
                  <a:cubicBezTo>
                    <a:pt x="112561" y="81923"/>
                    <a:pt x="91768" y="77614"/>
                    <a:pt x="79271" y="68600"/>
                  </a:cubicBezTo>
                  <a:cubicBezTo>
                    <a:pt x="66794" y="59596"/>
                    <a:pt x="67070" y="49712"/>
                    <a:pt x="78662" y="4719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C10958C0-CA88-4B1C-AE79-C21A3BCFB3C4}"/>
                </a:ext>
              </a:extLst>
            </p:cNvPr>
            <p:cNvSpPr/>
            <p:nvPr/>
          </p:nvSpPr>
          <p:spPr>
            <a:xfrm>
              <a:off x="4606533" y="1918966"/>
              <a:ext cx="313660" cy="473224"/>
            </a:xfrm>
            <a:custGeom>
              <a:avLst/>
              <a:gdLst>
                <a:gd name="connsiteX0" fmla="*/ 248712 w 313660"/>
                <a:gd name="connsiteY0" fmla="*/ 15472 h 473224"/>
                <a:gd name="connsiteX1" fmla="*/ 217461 w 313660"/>
                <a:gd name="connsiteY1" fmla="*/ 4237 h 473224"/>
                <a:gd name="connsiteX2" fmla="*/ 20884 w 313660"/>
                <a:gd name="connsiteY2" fmla="*/ 135765 h 473224"/>
                <a:gd name="connsiteX3" fmla="*/ 1243 w 313660"/>
                <a:gd name="connsiteY3" fmla="*/ 182461 h 473224"/>
                <a:gd name="connsiteX4" fmla="*/ 85139 w 313660"/>
                <a:gd name="connsiteY4" fmla="*/ 458677 h 473224"/>
                <a:gd name="connsiteX5" fmla="*/ 128202 w 313660"/>
                <a:gd name="connsiteY5" fmla="*/ 463374 h 473224"/>
                <a:gd name="connsiteX6" fmla="*/ 304843 w 313660"/>
                <a:gd name="connsiteY6" fmla="*/ 311097 h 473224"/>
                <a:gd name="connsiteX7" fmla="*/ 312434 w 313660"/>
                <a:gd name="connsiteY7" fmla="*/ 275919 h 473224"/>
                <a:gd name="connsiteX8" fmla="*/ 248712 w 313660"/>
                <a:gd name="connsiteY8" fmla="*/ 15472 h 473224"/>
                <a:gd name="connsiteX9" fmla="*/ 97636 w 313660"/>
                <a:gd name="connsiteY9" fmla="*/ 210486 h 473224"/>
                <a:gd name="connsiteX10" fmla="*/ 60793 w 313660"/>
                <a:gd name="connsiteY10" fmla="*/ 199440 h 473224"/>
                <a:gd name="connsiteX11" fmla="*/ 76272 w 313660"/>
                <a:gd name="connsiteY11" fmla="*/ 152735 h 473224"/>
                <a:gd name="connsiteX12" fmla="*/ 110333 w 313660"/>
                <a:gd name="connsiteY12" fmla="*/ 165132 h 473224"/>
                <a:gd name="connsiteX13" fmla="*/ 97636 w 313660"/>
                <a:gd name="connsiteY13" fmla="*/ 210486 h 473224"/>
                <a:gd name="connsiteX14" fmla="*/ 159453 w 313660"/>
                <a:gd name="connsiteY14" fmla="*/ 379005 h 473224"/>
                <a:gd name="connsiteX15" fmla="*/ 120430 w 313660"/>
                <a:gd name="connsiteY15" fmla="*/ 370161 h 473224"/>
                <a:gd name="connsiteX16" fmla="*/ 137965 w 313660"/>
                <a:gd name="connsiteY16" fmla="*/ 318977 h 473224"/>
                <a:gd name="connsiteX17" fmla="*/ 173570 w 313660"/>
                <a:gd name="connsiteY17" fmla="*/ 329938 h 473224"/>
                <a:gd name="connsiteX18" fmla="*/ 159453 w 313660"/>
                <a:gd name="connsiteY18" fmla="*/ 379005 h 473224"/>
                <a:gd name="connsiteX19" fmla="*/ 191772 w 313660"/>
                <a:gd name="connsiteY19" fmla="*/ 247667 h 473224"/>
                <a:gd name="connsiteX20" fmla="*/ 160473 w 313660"/>
                <a:gd name="connsiteY20" fmla="*/ 233588 h 473224"/>
                <a:gd name="connsiteX21" fmla="*/ 169388 w 313660"/>
                <a:gd name="connsiteY21" fmla="*/ 190284 h 473224"/>
                <a:gd name="connsiteX22" fmla="*/ 199401 w 313660"/>
                <a:gd name="connsiteY22" fmla="*/ 205308 h 473224"/>
                <a:gd name="connsiteX23" fmla="*/ 191772 w 313660"/>
                <a:gd name="connsiteY23" fmla="*/ 247667 h 473224"/>
                <a:gd name="connsiteX24" fmla="*/ 214317 w 313660"/>
                <a:gd name="connsiteY24" fmla="*/ 127384 h 473224"/>
                <a:gd name="connsiteX25" fmla="*/ 184771 w 313660"/>
                <a:gd name="connsiteY25" fmla="*/ 112058 h 473224"/>
                <a:gd name="connsiteX26" fmla="*/ 194915 w 313660"/>
                <a:gd name="connsiteY26" fmla="*/ 69547 h 473224"/>
                <a:gd name="connsiteX27" fmla="*/ 225281 w 313660"/>
                <a:gd name="connsiteY27" fmla="*/ 84118 h 473224"/>
                <a:gd name="connsiteX28" fmla="*/ 214317 w 313660"/>
                <a:gd name="connsiteY28" fmla="*/ 127384 h 473224"/>
                <a:gd name="connsiteX29" fmla="*/ 270210 w 313660"/>
                <a:gd name="connsiteY29" fmla="*/ 290838 h 473224"/>
                <a:gd name="connsiteX30" fmla="*/ 244569 w 313660"/>
                <a:gd name="connsiteY30" fmla="*/ 275588 h 473224"/>
                <a:gd name="connsiteX31" fmla="*/ 251151 w 313660"/>
                <a:gd name="connsiteY31" fmla="*/ 235138 h 473224"/>
                <a:gd name="connsiteX32" fmla="*/ 276963 w 313660"/>
                <a:gd name="connsiteY32" fmla="*/ 251541 h 473224"/>
                <a:gd name="connsiteX33" fmla="*/ 270210 w 313660"/>
                <a:gd name="connsiteY33" fmla="*/ 290838 h 47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3660" h="473224">
                  <a:moveTo>
                    <a:pt x="248712" y="15472"/>
                  </a:moveTo>
                  <a:cubicBezTo>
                    <a:pt x="245188" y="231"/>
                    <a:pt x="230624" y="-4229"/>
                    <a:pt x="217461" y="4237"/>
                  </a:cubicBezTo>
                  <a:cubicBezTo>
                    <a:pt x="129002" y="61044"/>
                    <a:pt x="119953" y="73251"/>
                    <a:pt x="20884" y="135765"/>
                  </a:cubicBezTo>
                  <a:cubicBezTo>
                    <a:pt x="6130" y="145072"/>
                    <a:pt x="-3567" y="166454"/>
                    <a:pt x="1243" y="182461"/>
                  </a:cubicBezTo>
                  <a:cubicBezTo>
                    <a:pt x="33552" y="290177"/>
                    <a:pt x="51954" y="339594"/>
                    <a:pt x="85139" y="458677"/>
                  </a:cubicBezTo>
                  <a:cubicBezTo>
                    <a:pt x="90083" y="476422"/>
                    <a:pt x="110543" y="477868"/>
                    <a:pt x="128202" y="463374"/>
                  </a:cubicBezTo>
                  <a:cubicBezTo>
                    <a:pt x="246836" y="365966"/>
                    <a:pt x="256237" y="353059"/>
                    <a:pt x="304843" y="311097"/>
                  </a:cubicBezTo>
                  <a:cubicBezTo>
                    <a:pt x="312082" y="304851"/>
                    <a:pt x="315740" y="289572"/>
                    <a:pt x="312434" y="275919"/>
                  </a:cubicBezTo>
                  <a:cubicBezTo>
                    <a:pt x="290241" y="184322"/>
                    <a:pt x="272420" y="117982"/>
                    <a:pt x="248712" y="15472"/>
                  </a:cubicBezTo>
                  <a:close/>
                  <a:moveTo>
                    <a:pt x="97636" y="210486"/>
                  </a:moveTo>
                  <a:cubicBezTo>
                    <a:pt x="83834" y="220152"/>
                    <a:pt x="66480" y="215673"/>
                    <a:pt x="60793" y="199440"/>
                  </a:cubicBezTo>
                  <a:cubicBezTo>
                    <a:pt x="55107" y="183207"/>
                    <a:pt x="62832" y="161919"/>
                    <a:pt x="76272" y="152735"/>
                  </a:cubicBezTo>
                  <a:cubicBezTo>
                    <a:pt x="89721" y="143532"/>
                    <a:pt x="104294" y="149390"/>
                    <a:pt x="110333" y="165132"/>
                  </a:cubicBezTo>
                  <a:cubicBezTo>
                    <a:pt x="116362" y="180883"/>
                    <a:pt x="111447" y="200801"/>
                    <a:pt x="97636" y="210486"/>
                  </a:cubicBezTo>
                  <a:close/>
                  <a:moveTo>
                    <a:pt x="159453" y="379005"/>
                  </a:moveTo>
                  <a:cubicBezTo>
                    <a:pt x="144699" y="390589"/>
                    <a:pt x="126183" y="387244"/>
                    <a:pt x="120430" y="370161"/>
                  </a:cubicBezTo>
                  <a:cubicBezTo>
                    <a:pt x="114686" y="353078"/>
                    <a:pt x="123506" y="329645"/>
                    <a:pt x="137965" y="318977"/>
                  </a:cubicBezTo>
                  <a:cubicBezTo>
                    <a:pt x="152443" y="308290"/>
                    <a:pt x="167531" y="313771"/>
                    <a:pt x="173570" y="329938"/>
                  </a:cubicBezTo>
                  <a:cubicBezTo>
                    <a:pt x="179618" y="346123"/>
                    <a:pt x="174236" y="367421"/>
                    <a:pt x="159453" y="379005"/>
                  </a:cubicBezTo>
                  <a:close/>
                  <a:moveTo>
                    <a:pt x="191772" y="247667"/>
                  </a:moveTo>
                  <a:cubicBezTo>
                    <a:pt x="181161" y="255462"/>
                    <a:pt x="166692" y="249472"/>
                    <a:pt x="160473" y="233588"/>
                  </a:cubicBezTo>
                  <a:cubicBezTo>
                    <a:pt x="154243" y="217667"/>
                    <a:pt x="158606" y="198070"/>
                    <a:pt x="169388" y="190284"/>
                  </a:cubicBezTo>
                  <a:cubicBezTo>
                    <a:pt x="180151" y="182508"/>
                    <a:pt x="193343" y="189396"/>
                    <a:pt x="199401" y="205308"/>
                  </a:cubicBezTo>
                  <a:cubicBezTo>
                    <a:pt x="205459" y="221191"/>
                    <a:pt x="202373" y="239881"/>
                    <a:pt x="191772" y="247667"/>
                  </a:cubicBezTo>
                  <a:close/>
                  <a:moveTo>
                    <a:pt x="214317" y="127384"/>
                  </a:moveTo>
                  <a:cubicBezTo>
                    <a:pt x="203583" y="134820"/>
                    <a:pt x="190476" y="127847"/>
                    <a:pt x="184771" y="112058"/>
                  </a:cubicBezTo>
                  <a:cubicBezTo>
                    <a:pt x="179065" y="96269"/>
                    <a:pt x="183399" y="77447"/>
                    <a:pt x="194915" y="69547"/>
                  </a:cubicBezTo>
                  <a:cubicBezTo>
                    <a:pt x="206421" y="61658"/>
                    <a:pt x="220356" y="67856"/>
                    <a:pt x="225281" y="84118"/>
                  </a:cubicBezTo>
                  <a:cubicBezTo>
                    <a:pt x="230196" y="100369"/>
                    <a:pt x="225033" y="119947"/>
                    <a:pt x="214317" y="127384"/>
                  </a:cubicBezTo>
                  <a:close/>
                  <a:moveTo>
                    <a:pt x="270210" y="290838"/>
                  </a:moveTo>
                  <a:cubicBezTo>
                    <a:pt x="261733" y="297471"/>
                    <a:pt x="250189" y="291018"/>
                    <a:pt x="244569" y="275588"/>
                  </a:cubicBezTo>
                  <a:cubicBezTo>
                    <a:pt x="238949" y="260158"/>
                    <a:pt x="241854" y="241809"/>
                    <a:pt x="251151" y="235138"/>
                  </a:cubicBezTo>
                  <a:cubicBezTo>
                    <a:pt x="260437" y="228467"/>
                    <a:pt x="272172" y="236083"/>
                    <a:pt x="276963" y="251541"/>
                  </a:cubicBezTo>
                  <a:cubicBezTo>
                    <a:pt x="281764" y="267008"/>
                    <a:pt x="278668" y="284215"/>
                    <a:pt x="270210" y="29083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07323BE-F800-B49A-2549-2B1D085C9B0A}"/>
                </a:ext>
              </a:extLst>
            </p:cNvPr>
            <p:cNvSpPr/>
            <p:nvPr/>
          </p:nvSpPr>
          <p:spPr>
            <a:xfrm>
              <a:off x="4359636" y="1884500"/>
              <a:ext cx="463826" cy="172684"/>
            </a:xfrm>
            <a:custGeom>
              <a:avLst/>
              <a:gdLst>
                <a:gd name="connsiteX0" fmla="*/ 6624 w 463826"/>
                <a:gd name="connsiteY0" fmla="*/ 144870 h 172684"/>
                <a:gd name="connsiteX1" fmla="*/ 196229 w 463826"/>
                <a:gd name="connsiteY1" fmla="*/ 172319 h 172684"/>
                <a:gd name="connsiteX2" fmla="*/ 247930 w 463826"/>
                <a:gd name="connsiteY2" fmla="*/ 159676 h 172684"/>
                <a:gd name="connsiteX3" fmla="*/ 457052 w 463826"/>
                <a:gd name="connsiteY3" fmla="*/ 26874 h 172684"/>
                <a:gd name="connsiteX4" fmla="*/ 449994 w 463826"/>
                <a:gd name="connsiteY4" fmla="*/ 10253 h 172684"/>
                <a:gd name="connsiteX5" fmla="*/ 257941 w 463826"/>
                <a:gd name="connsiteY5" fmla="*/ 77 h 172684"/>
                <a:gd name="connsiteX6" fmla="*/ 208192 w 463826"/>
                <a:gd name="connsiteY6" fmla="*/ 12001 h 172684"/>
                <a:gd name="connsiteX7" fmla="*/ 13206 w 463826"/>
                <a:gd name="connsiteY7" fmla="*/ 125462 h 172684"/>
                <a:gd name="connsiteX8" fmla="*/ 6624 w 463826"/>
                <a:gd name="connsiteY8" fmla="*/ 144870 h 172684"/>
                <a:gd name="connsiteX9" fmla="*/ 333236 w 463826"/>
                <a:gd name="connsiteY9" fmla="*/ 45081 h 172684"/>
                <a:gd name="connsiteX10" fmla="*/ 377575 w 463826"/>
                <a:gd name="connsiteY10" fmla="*/ 32155 h 172684"/>
                <a:gd name="connsiteX11" fmla="*/ 379861 w 463826"/>
                <a:gd name="connsiteY11" fmla="*/ 48464 h 172684"/>
                <a:gd name="connsiteX12" fmla="*/ 333217 w 463826"/>
                <a:gd name="connsiteY12" fmla="*/ 60814 h 172684"/>
                <a:gd name="connsiteX13" fmla="*/ 333236 w 463826"/>
                <a:gd name="connsiteY13" fmla="*/ 45081 h 172684"/>
                <a:gd name="connsiteX14" fmla="*/ 212526 w 463826"/>
                <a:gd name="connsiteY14" fmla="*/ 76470 h 172684"/>
                <a:gd name="connsiteX15" fmla="*/ 254731 w 463826"/>
                <a:gd name="connsiteY15" fmla="*/ 66096 h 172684"/>
                <a:gd name="connsiteX16" fmla="*/ 252055 w 463826"/>
                <a:gd name="connsiteY16" fmla="*/ 81450 h 172684"/>
                <a:gd name="connsiteX17" fmla="*/ 209011 w 463826"/>
                <a:gd name="connsiteY17" fmla="*/ 92023 h 172684"/>
                <a:gd name="connsiteX18" fmla="*/ 212526 w 463826"/>
                <a:gd name="connsiteY18" fmla="*/ 76470 h 172684"/>
                <a:gd name="connsiteX19" fmla="*/ 86786 w 463826"/>
                <a:gd name="connsiteY19" fmla="*/ 106215 h 172684"/>
                <a:gd name="connsiteX20" fmla="*/ 132382 w 463826"/>
                <a:gd name="connsiteY20" fmla="*/ 95340 h 172684"/>
                <a:gd name="connsiteX21" fmla="*/ 127734 w 463826"/>
                <a:gd name="connsiteY21" fmla="*/ 112092 h 172684"/>
                <a:gd name="connsiteX22" fmla="*/ 81424 w 463826"/>
                <a:gd name="connsiteY22" fmla="*/ 124121 h 172684"/>
                <a:gd name="connsiteX23" fmla="*/ 86786 w 463826"/>
                <a:gd name="connsiteY23" fmla="*/ 106215 h 17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63826" h="172684">
                  <a:moveTo>
                    <a:pt x="6624" y="144870"/>
                  </a:moveTo>
                  <a:cubicBezTo>
                    <a:pt x="81357" y="154943"/>
                    <a:pt x="103655" y="159412"/>
                    <a:pt x="196229" y="172319"/>
                  </a:cubicBezTo>
                  <a:cubicBezTo>
                    <a:pt x="210002" y="174237"/>
                    <a:pt x="233957" y="168388"/>
                    <a:pt x="247930" y="159676"/>
                  </a:cubicBezTo>
                  <a:cubicBezTo>
                    <a:pt x="341837" y="101207"/>
                    <a:pt x="378318" y="83850"/>
                    <a:pt x="457052" y="26874"/>
                  </a:cubicBezTo>
                  <a:cubicBezTo>
                    <a:pt x="468767" y="18407"/>
                    <a:pt x="464567" y="10735"/>
                    <a:pt x="449994" y="10253"/>
                  </a:cubicBezTo>
                  <a:cubicBezTo>
                    <a:pt x="352029" y="6993"/>
                    <a:pt x="354134" y="5510"/>
                    <a:pt x="257941" y="77"/>
                  </a:cubicBezTo>
                  <a:cubicBezTo>
                    <a:pt x="243634" y="-726"/>
                    <a:pt x="219974" y="4877"/>
                    <a:pt x="208192" y="12001"/>
                  </a:cubicBezTo>
                  <a:cubicBezTo>
                    <a:pt x="129049" y="59831"/>
                    <a:pt x="109675" y="66880"/>
                    <a:pt x="13206" y="125462"/>
                  </a:cubicBezTo>
                  <a:cubicBezTo>
                    <a:pt x="-1149" y="134184"/>
                    <a:pt x="-4501" y="143368"/>
                    <a:pt x="6624" y="144870"/>
                  </a:cubicBezTo>
                  <a:close/>
                  <a:moveTo>
                    <a:pt x="333236" y="45081"/>
                  </a:moveTo>
                  <a:cubicBezTo>
                    <a:pt x="345504" y="37362"/>
                    <a:pt x="364812" y="31390"/>
                    <a:pt x="377575" y="32155"/>
                  </a:cubicBezTo>
                  <a:cubicBezTo>
                    <a:pt x="390329" y="32921"/>
                    <a:pt x="392110" y="40376"/>
                    <a:pt x="379861" y="48464"/>
                  </a:cubicBezTo>
                  <a:cubicBezTo>
                    <a:pt x="367621" y="56533"/>
                    <a:pt x="346009" y="61929"/>
                    <a:pt x="333217" y="60814"/>
                  </a:cubicBezTo>
                  <a:cubicBezTo>
                    <a:pt x="320425" y="59699"/>
                    <a:pt x="320977" y="52801"/>
                    <a:pt x="333236" y="45081"/>
                  </a:cubicBezTo>
                  <a:close/>
                  <a:moveTo>
                    <a:pt x="212526" y="76470"/>
                  </a:moveTo>
                  <a:cubicBezTo>
                    <a:pt x="225118" y="69459"/>
                    <a:pt x="243882" y="64867"/>
                    <a:pt x="254731" y="66096"/>
                  </a:cubicBezTo>
                  <a:cubicBezTo>
                    <a:pt x="265580" y="67324"/>
                    <a:pt x="264656" y="74165"/>
                    <a:pt x="252055" y="81450"/>
                  </a:cubicBezTo>
                  <a:cubicBezTo>
                    <a:pt x="239472" y="88735"/>
                    <a:pt x="219860" y="93525"/>
                    <a:pt x="209011" y="92023"/>
                  </a:cubicBezTo>
                  <a:cubicBezTo>
                    <a:pt x="198153" y="90530"/>
                    <a:pt x="199953" y="83462"/>
                    <a:pt x="212526" y="76470"/>
                  </a:cubicBezTo>
                  <a:close/>
                  <a:moveTo>
                    <a:pt x="86786" y="106215"/>
                  </a:moveTo>
                  <a:cubicBezTo>
                    <a:pt x="100655" y="98335"/>
                    <a:pt x="120981" y="93762"/>
                    <a:pt x="132382" y="95340"/>
                  </a:cubicBezTo>
                  <a:cubicBezTo>
                    <a:pt x="143793" y="96908"/>
                    <a:pt x="141841" y="104136"/>
                    <a:pt x="127734" y="112092"/>
                  </a:cubicBezTo>
                  <a:cubicBezTo>
                    <a:pt x="113628" y="120048"/>
                    <a:pt x="92616" y="125765"/>
                    <a:pt x="81424" y="124121"/>
                  </a:cubicBezTo>
                  <a:cubicBezTo>
                    <a:pt x="70251" y="122477"/>
                    <a:pt x="72918" y="114105"/>
                    <a:pt x="86786" y="1062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6C80800-3010-11CF-176B-287BC96335AF}"/>
                </a:ext>
              </a:extLst>
            </p:cNvPr>
            <p:cNvSpPr/>
            <p:nvPr/>
          </p:nvSpPr>
          <p:spPr>
            <a:xfrm>
              <a:off x="4736221" y="1738030"/>
              <a:ext cx="261612" cy="386017"/>
            </a:xfrm>
            <a:custGeom>
              <a:avLst/>
              <a:gdLst>
                <a:gd name="connsiteX0" fmla="*/ 248545 w 261612"/>
                <a:gd name="connsiteY0" fmla="*/ 144648 h 386017"/>
                <a:gd name="connsiteX1" fmla="*/ 62017 w 261612"/>
                <a:gd name="connsiteY1" fmla="*/ 3898 h 386017"/>
                <a:gd name="connsiteX2" fmla="*/ 30547 w 261612"/>
                <a:gd name="connsiteY2" fmla="*/ 17467 h 386017"/>
                <a:gd name="connsiteX3" fmla="*/ 0 w 261612"/>
                <a:gd name="connsiteY3" fmla="*/ 132572 h 386017"/>
                <a:gd name="connsiteX4" fmla="*/ 74114 w 261612"/>
                <a:gd name="connsiteY4" fmla="*/ 135567 h 386017"/>
                <a:gd name="connsiteX5" fmla="*/ 107423 w 261612"/>
                <a:gd name="connsiteY5" fmla="*/ 156421 h 386017"/>
                <a:gd name="connsiteX6" fmla="*/ 108242 w 261612"/>
                <a:gd name="connsiteY6" fmla="*/ 160446 h 386017"/>
                <a:gd name="connsiteX7" fmla="*/ 139808 w 261612"/>
                <a:gd name="connsiteY7" fmla="*/ 191684 h 386017"/>
                <a:gd name="connsiteX8" fmla="*/ 179251 w 261612"/>
                <a:gd name="connsiteY8" fmla="*/ 354024 h 386017"/>
                <a:gd name="connsiteX9" fmla="*/ 187242 w 261612"/>
                <a:gd name="connsiteY9" fmla="*/ 386017 h 386017"/>
                <a:gd name="connsiteX10" fmla="*/ 188585 w 261612"/>
                <a:gd name="connsiteY10" fmla="*/ 382880 h 386017"/>
                <a:gd name="connsiteX11" fmla="*/ 259575 w 261612"/>
                <a:gd name="connsiteY11" fmla="*/ 187923 h 386017"/>
                <a:gd name="connsiteX12" fmla="*/ 248545 w 261612"/>
                <a:gd name="connsiteY12" fmla="*/ 144648 h 386017"/>
                <a:gd name="connsiteX13" fmla="*/ 174422 w 261612"/>
                <a:gd name="connsiteY13" fmla="*/ 214625 h 386017"/>
                <a:gd name="connsiteX14" fmla="*/ 144542 w 261612"/>
                <a:gd name="connsiteY14" fmla="*/ 191259 h 386017"/>
                <a:gd name="connsiteX15" fmla="*/ 157315 w 261612"/>
                <a:gd name="connsiteY15" fmla="*/ 163677 h 386017"/>
                <a:gd name="connsiteX16" fmla="*/ 186776 w 261612"/>
                <a:gd name="connsiteY16" fmla="*/ 186496 h 386017"/>
                <a:gd name="connsiteX17" fmla="*/ 174422 w 261612"/>
                <a:gd name="connsiteY17" fmla="*/ 214625 h 38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1612" h="386017">
                  <a:moveTo>
                    <a:pt x="248545" y="144648"/>
                  </a:moveTo>
                  <a:cubicBezTo>
                    <a:pt x="172869" y="89382"/>
                    <a:pt x="148028" y="63908"/>
                    <a:pt x="62017" y="3898"/>
                  </a:cubicBezTo>
                  <a:cubicBezTo>
                    <a:pt x="49216" y="-5031"/>
                    <a:pt x="34433" y="2169"/>
                    <a:pt x="30547" y="17467"/>
                  </a:cubicBezTo>
                  <a:cubicBezTo>
                    <a:pt x="14392" y="81010"/>
                    <a:pt x="9125" y="101741"/>
                    <a:pt x="0" y="132572"/>
                  </a:cubicBezTo>
                  <a:cubicBezTo>
                    <a:pt x="18155" y="133526"/>
                    <a:pt x="39986" y="134433"/>
                    <a:pt x="74114" y="135567"/>
                  </a:cubicBezTo>
                  <a:cubicBezTo>
                    <a:pt x="98593" y="136389"/>
                    <a:pt x="105556" y="150421"/>
                    <a:pt x="107423" y="156421"/>
                  </a:cubicBezTo>
                  <a:cubicBezTo>
                    <a:pt x="107699" y="157318"/>
                    <a:pt x="108013" y="158755"/>
                    <a:pt x="108242" y="160446"/>
                  </a:cubicBezTo>
                  <a:cubicBezTo>
                    <a:pt x="123711" y="163271"/>
                    <a:pt x="135979" y="175101"/>
                    <a:pt x="139808" y="191684"/>
                  </a:cubicBezTo>
                  <a:cubicBezTo>
                    <a:pt x="154372" y="254679"/>
                    <a:pt x="166459" y="302924"/>
                    <a:pt x="179251" y="354024"/>
                  </a:cubicBezTo>
                  <a:cubicBezTo>
                    <a:pt x="181889" y="364587"/>
                    <a:pt x="184566" y="375246"/>
                    <a:pt x="187242" y="386017"/>
                  </a:cubicBezTo>
                  <a:cubicBezTo>
                    <a:pt x="187719" y="384997"/>
                    <a:pt x="188233" y="384005"/>
                    <a:pt x="188585" y="382880"/>
                  </a:cubicBezTo>
                  <a:cubicBezTo>
                    <a:pt x="220599" y="279888"/>
                    <a:pt x="225114" y="285595"/>
                    <a:pt x="259575" y="187923"/>
                  </a:cubicBezTo>
                  <a:cubicBezTo>
                    <a:pt x="264709" y="173381"/>
                    <a:pt x="259813" y="152868"/>
                    <a:pt x="248545" y="144648"/>
                  </a:cubicBezTo>
                  <a:close/>
                  <a:moveTo>
                    <a:pt x="174422" y="214625"/>
                  </a:moveTo>
                  <a:cubicBezTo>
                    <a:pt x="162725" y="215419"/>
                    <a:pt x="149238" y="204808"/>
                    <a:pt x="144542" y="191259"/>
                  </a:cubicBezTo>
                  <a:cubicBezTo>
                    <a:pt x="139837" y="177709"/>
                    <a:pt x="145609" y="165624"/>
                    <a:pt x="157315" y="163677"/>
                  </a:cubicBezTo>
                  <a:cubicBezTo>
                    <a:pt x="169021" y="161722"/>
                    <a:pt x="182061" y="171794"/>
                    <a:pt x="186776" y="186496"/>
                  </a:cubicBezTo>
                  <a:cubicBezTo>
                    <a:pt x="191472" y="201208"/>
                    <a:pt x="186119" y="213832"/>
                    <a:pt x="174422" y="2146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3D5E620-1ED8-CCB4-5F34-D8812FB34A4B}"/>
                </a:ext>
              </a:extLst>
            </p:cNvPr>
            <p:cNvSpPr/>
            <p:nvPr/>
          </p:nvSpPr>
          <p:spPr>
            <a:xfrm>
              <a:off x="4350749" y="2046869"/>
              <a:ext cx="324406" cy="357526"/>
            </a:xfrm>
            <a:custGeom>
              <a:avLst/>
              <a:gdLst>
                <a:gd name="connsiteX0" fmla="*/ 241349 w 324406"/>
                <a:gd name="connsiteY0" fmla="*/ 68873 h 357526"/>
                <a:gd name="connsiteX1" fmla="*/ 202335 w 324406"/>
                <a:gd name="connsiteY1" fmla="*/ 27676 h 357526"/>
                <a:gd name="connsiteX2" fmla="*/ 18417 w 324406"/>
                <a:gd name="connsiteY2" fmla="*/ 208 h 357526"/>
                <a:gd name="connsiteX3" fmla="*/ 1738 w 324406"/>
                <a:gd name="connsiteY3" fmla="*/ 27515 h 357526"/>
                <a:gd name="connsiteX4" fmla="*/ 82272 w 324406"/>
                <a:gd name="connsiteY4" fmla="*/ 264812 h 357526"/>
                <a:gd name="connsiteX5" fmla="*/ 114924 w 324406"/>
                <a:gd name="connsiteY5" fmla="*/ 298365 h 357526"/>
                <a:gd name="connsiteX6" fmla="*/ 308377 w 324406"/>
                <a:gd name="connsiteY6" fmla="*/ 356948 h 357526"/>
                <a:gd name="connsiteX7" fmla="*/ 322759 w 324406"/>
                <a:gd name="connsiteY7" fmla="*/ 329886 h 357526"/>
                <a:gd name="connsiteX8" fmla="*/ 241349 w 324406"/>
                <a:gd name="connsiteY8" fmla="*/ 68873 h 357526"/>
                <a:gd name="connsiteX9" fmla="*/ 89521 w 324406"/>
                <a:gd name="connsiteY9" fmla="*/ 114387 h 357526"/>
                <a:gd name="connsiteX10" fmla="*/ 57450 w 324406"/>
                <a:gd name="connsiteY10" fmla="*/ 81487 h 357526"/>
                <a:gd name="connsiteX11" fmla="*/ 70680 w 324406"/>
                <a:gd name="connsiteY11" fmla="*/ 55682 h 357526"/>
                <a:gd name="connsiteX12" fmla="*/ 101008 w 324406"/>
                <a:gd name="connsiteY12" fmla="*/ 90302 h 357526"/>
                <a:gd name="connsiteX13" fmla="*/ 89521 w 324406"/>
                <a:gd name="connsiteY13" fmla="*/ 114387 h 357526"/>
                <a:gd name="connsiteX14" fmla="*/ 137832 w 324406"/>
                <a:gd name="connsiteY14" fmla="*/ 264727 h 357526"/>
                <a:gd name="connsiteX15" fmla="*/ 106418 w 324406"/>
                <a:gd name="connsiteY15" fmla="*/ 231789 h 357526"/>
                <a:gd name="connsiteX16" fmla="*/ 120982 w 324406"/>
                <a:gd name="connsiteY16" fmla="*/ 211001 h 357526"/>
                <a:gd name="connsiteX17" fmla="*/ 150814 w 324406"/>
                <a:gd name="connsiteY17" fmla="*/ 242693 h 357526"/>
                <a:gd name="connsiteX18" fmla="*/ 137832 w 324406"/>
                <a:gd name="connsiteY18" fmla="*/ 264727 h 357526"/>
                <a:gd name="connsiteX19" fmla="*/ 202802 w 324406"/>
                <a:gd name="connsiteY19" fmla="*/ 139540 h 357526"/>
                <a:gd name="connsiteX20" fmla="*/ 171407 w 324406"/>
                <a:gd name="connsiteY20" fmla="*/ 105402 h 357526"/>
                <a:gd name="connsiteX21" fmla="*/ 181694 w 324406"/>
                <a:gd name="connsiteY21" fmla="*/ 77206 h 357526"/>
                <a:gd name="connsiteX22" fmla="*/ 216022 w 324406"/>
                <a:gd name="connsiteY22" fmla="*/ 114246 h 357526"/>
                <a:gd name="connsiteX23" fmla="*/ 202802 w 324406"/>
                <a:gd name="connsiteY23" fmla="*/ 139540 h 357526"/>
                <a:gd name="connsiteX24" fmla="*/ 257456 w 324406"/>
                <a:gd name="connsiteY24" fmla="*/ 297354 h 357526"/>
                <a:gd name="connsiteX25" fmla="*/ 226205 w 324406"/>
                <a:gd name="connsiteY25" fmla="*/ 262299 h 357526"/>
                <a:gd name="connsiteX26" fmla="*/ 238216 w 324406"/>
                <a:gd name="connsiteY26" fmla="*/ 239792 h 357526"/>
                <a:gd name="connsiteX27" fmla="*/ 270648 w 324406"/>
                <a:gd name="connsiteY27" fmla="*/ 273156 h 357526"/>
                <a:gd name="connsiteX28" fmla="*/ 257456 w 324406"/>
                <a:gd name="connsiteY28" fmla="*/ 297354 h 35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4406" h="357526">
                  <a:moveTo>
                    <a:pt x="241349" y="68873"/>
                  </a:moveTo>
                  <a:cubicBezTo>
                    <a:pt x="235634" y="49436"/>
                    <a:pt x="216803" y="29707"/>
                    <a:pt x="202335" y="27676"/>
                  </a:cubicBezTo>
                  <a:cubicBezTo>
                    <a:pt x="105132" y="14013"/>
                    <a:pt x="111571" y="13701"/>
                    <a:pt x="18417" y="208"/>
                  </a:cubicBezTo>
                  <a:cubicBezTo>
                    <a:pt x="4558" y="-1795"/>
                    <a:pt x="-3824" y="10914"/>
                    <a:pt x="1738" y="27515"/>
                  </a:cubicBezTo>
                  <a:cubicBezTo>
                    <a:pt x="39067" y="139143"/>
                    <a:pt x="50487" y="167017"/>
                    <a:pt x="82272" y="264812"/>
                  </a:cubicBezTo>
                  <a:cubicBezTo>
                    <a:pt x="87006" y="279373"/>
                    <a:pt x="102122" y="294812"/>
                    <a:pt x="114924" y="298365"/>
                  </a:cubicBezTo>
                  <a:cubicBezTo>
                    <a:pt x="200916" y="322252"/>
                    <a:pt x="223461" y="333278"/>
                    <a:pt x="308377" y="356948"/>
                  </a:cubicBezTo>
                  <a:cubicBezTo>
                    <a:pt x="321016" y="360472"/>
                    <a:pt x="327732" y="347452"/>
                    <a:pt x="322759" y="329886"/>
                  </a:cubicBezTo>
                  <a:cubicBezTo>
                    <a:pt x="289393" y="211861"/>
                    <a:pt x="279735" y="199540"/>
                    <a:pt x="241349" y="68873"/>
                  </a:cubicBezTo>
                  <a:close/>
                  <a:moveTo>
                    <a:pt x="89521" y="114387"/>
                  </a:moveTo>
                  <a:cubicBezTo>
                    <a:pt x="77519" y="111836"/>
                    <a:pt x="62641" y="97483"/>
                    <a:pt x="57450" y="81487"/>
                  </a:cubicBezTo>
                  <a:cubicBezTo>
                    <a:pt x="52259" y="65471"/>
                    <a:pt x="58793" y="53443"/>
                    <a:pt x="70680" y="55682"/>
                  </a:cubicBezTo>
                  <a:cubicBezTo>
                    <a:pt x="82587" y="57912"/>
                    <a:pt x="95722" y="73975"/>
                    <a:pt x="101008" y="90302"/>
                  </a:cubicBezTo>
                  <a:cubicBezTo>
                    <a:pt x="106275" y="106611"/>
                    <a:pt x="101532" y="116957"/>
                    <a:pt x="89521" y="114387"/>
                  </a:cubicBezTo>
                  <a:close/>
                  <a:moveTo>
                    <a:pt x="137832" y="264727"/>
                  </a:moveTo>
                  <a:cubicBezTo>
                    <a:pt x="125554" y="261505"/>
                    <a:pt x="111047" y="246406"/>
                    <a:pt x="106418" y="231789"/>
                  </a:cubicBezTo>
                  <a:cubicBezTo>
                    <a:pt x="101799" y="217171"/>
                    <a:pt x="108818" y="208129"/>
                    <a:pt x="120982" y="211001"/>
                  </a:cubicBezTo>
                  <a:cubicBezTo>
                    <a:pt x="133145" y="213864"/>
                    <a:pt x="146090" y="227735"/>
                    <a:pt x="150814" y="242693"/>
                  </a:cubicBezTo>
                  <a:cubicBezTo>
                    <a:pt x="155548" y="257641"/>
                    <a:pt x="150109" y="267940"/>
                    <a:pt x="137832" y="264727"/>
                  </a:cubicBezTo>
                  <a:close/>
                  <a:moveTo>
                    <a:pt x="202802" y="139540"/>
                  </a:moveTo>
                  <a:cubicBezTo>
                    <a:pt x="190572" y="136979"/>
                    <a:pt x="177189" y="122362"/>
                    <a:pt x="171407" y="105402"/>
                  </a:cubicBezTo>
                  <a:cubicBezTo>
                    <a:pt x="165645" y="88422"/>
                    <a:pt x="169474" y="74958"/>
                    <a:pt x="181694" y="77206"/>
                  </a:cubicBezTo>
                  <a:cubicBezTo>
                    <a:pt x="193934" y="79446"/>
                    <a:pt x="210250" y="96954"/>
                    <a:pt x="216022" y="114246"/>
                  </a:cubicBezTo>
                  <a:cubicBezTo>
                    <a:pt x="221775" y="131518"/>
                    <a:pt x="215041" y="142110"/>
                    <a:pt x="202802" y="139540"/>
                  </a:cubicBezTo>
                  <a:close/>
                  <a:moveTo>
                    <a:pt x="257456" y="297354"/>
                  </a:moveTo>
                  <a:cubicBezTo>
                    <a:pt x="245216" y="294151"/>
                    <a:pt x="231443" y="277946"/>
                    <a:pt x="226205" y="262299"/>
                  </a:cubicBezTo>
                  <a:cubicBezTo>
                    <a:pt x="220956" y="246661"/>
                    <a:pt x="226004" y="236938"/>
                    <a:pt x="238216" y="239792"/>
                  </a:cubicBezTo>
                  <a:cubicBezTo>
                    <a:pt x="250446" y="242645"/>
                    <a:pt x="265400" y="257187"/>
                    <a:pt x="270648" y="273156"/>
                  </a:cubicBezTo>
                  <a:cubicBezTo>
                    <a:pt x="275906" y="289133"/>
                    <a:pt x="269686" y="300548"/>
                    <a:pt x="257456" y="29735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13BF12-FA56-1E32-BA30-D71D5BE79547}"/>
              </a:ext>
            </a:extLst>
          </p:cNvPr>
          <p:cNvCxnSpPr>
            <a:cxnSpLocks/>
          </p:cNvCxnSpPr>
          <p:nvPr/>
        </p:nvCxnSpPr>
        <p:spPr>
          <a:xfrm>
            <a:off x="2712310" y="1924489"/>
            <a:ext cx="240925" cy="0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667D9559-446A-F192-4E8E-80275CE15C98}"/>
              </a:ext>
            </a:extLst>
          </p:cNvPr>
          <p:cNvSpPr/>
          <p:nvPr/>
        </p:nvSpPr>
        <p:spPr>
          <a:xfrm>
            <a:off x="3644073" y="1761900"/>
            <a:ext cx="393145" cy="2801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4B9DF0-836C-FB24-6D85-DEC942B7639B}"/>
              </a:ext>
            </a:extLst>
          </p:cNvPr>
          <p:cNvSpPr txBox="1"/>
          <p:nvPr/>
        </p:nvSpPr>
        <p:spPr>
          <a:xfrm>
            <a:off x="3600498" y="1701898"/>
            <a:ext cx="319319" cy="40011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</a:rPr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3E88DE-4671-14E9-E1C0-0614BE992936}"/>
              </a:ext>
            </a:extLst>
          </p:cNvPr>
          <p:cNvSpPr txBox="1"/>
          <p:nvPr/>
        </p:nvSpPr>
        <p:spPr>
          <a:xfrm>
            <a:off x="3790406" y="1685396"/>
            <a:ext cx="274433" cy="40011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-</a:t>
            </a:r>
          </a:p>
        </p:txBody>
      </p:sp>
      <p:grpSp>
        <p:nvGrpSpPr>
          <p:cNvPr id="21" name="Graphic 8">
            <a:extLst>
              <a:ext uri="{FF2B5EF4-FFF2-40B4-BE49-F238E27FC236}">
                <a16:creationId xmlns:a16="http://schemas.microsoft.com/office/drawing/2014/main" id="{CEC80F2B-8BF2-A57E-8966-26FEE9ABDB0F}"/>
              </a:ext>
            </a:extLst>
          </p:cNvPr>
          <p:cNvGrpSpPr>
            <a:grpSpLocks noChangeAspect="1"/>
          </p:cNvGrpSpPr>
          <p:nvPr/>
        </p:nvGrpSpPr>
        <p:grpSpPr>
          <a:xfrm>
            <a:off x="4363737" y="1725960"/>
            <a:ext cx="386329" cy="327244"/>
            <a:chOff x="4350749" y="1678250"/>
            <a:chExt cx="857255" cy="726144"/>
          </a:xfrm>
          <a:solidFill>
            <a:srgbClr val="000000"/>
          </a:solidFill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2D00AFF-3D73-37D0-510F-8888118C92ED}"/>
                </a:ext>
              </a:extLst>
            </p:cNvPr>
            <p:cNvSpPr/>
            <p:nvPr/>
          </p:nvSpPr>
          <p:spPr>
            <a:xfrm>
              <a:off x="4932777" y="1842857"/>
              <a:ext cx="275226" cy="310649"/>
            </a:xfrm>
            <a:custGeom>
              <a:avLst/>
              <a:gdLst>
                <a:gd name="connsiteX0" fmla="*/ 267263 w 275226"/>
                <a:gd name="connsiteY0" fmla="*/ 409 h 310649"/>
                <a:gd name="connsiteX1" fmla="*/ 110015 w 275226"/>
                <a:gd name="connsiteY1" fmla="*/ 52708 h 310649"/>
                <a:gd name="connsiteX2" fmla="*/ 83154 w 275226"/>
                <a:gd name="connsiteY2" fmla="*/ 79240 h 310649"/>
                <a:gd name="connsiteX3" fmla="*/ 3183 w 275226"/>
                <a:gd name="connsiteY3" fmla="*/ 287558 h 310649"/>
                <a:gd name="connsiteX4" fmla="*/ 8259 w 275226"/>
                <a:gd name="connsiteY4" fmla="*/ 309961 h 310649"/>
                <a:gd name="connsiteX5" fmla="*/ 168203 w 275226"/>
                <a:gd name="connsiteY5" fmla="*/ 233511 h 310649"/>
                <a:gd name="connsiteX6" fmla="*/ 196530 w 275226"/>
                <a:gd name="connsiteY6" fmla="*/ 198068 h 310649"/>
                <a:gd name="connsiteX7" fmla="*/ 272102 w 275226"/>
                <a:gd name="connsiteY7" fmla="*/ 22613 h 310649"/>
                <a:gd name="connsiteX8" fmla="*/ 267263 w 275226"/>
                <a:gd name="connsiteY8" fmla="*/ 409 h 310649"/>
                <a:gd name="connsiteX9" fmla="*/ 160917 w 275226"/>
                <a:gd name="connsiteY9" fmla="*/ 135092 h 310649"/>
                <a:gd name="connsiteX10" fmla="*/ 133999 w 275226"/>
                <a:gd name="connsiteY10" fmla="*/ 162323 h 310649"/>
                <a:gd name="connsiteX11" fmla="*/ 125083 w 275226"/>
                <a:gd name="connsiteY11" fmla="*/ 149001 h 310649"/>
                <a:gd name="connsiteX12" fmla="*/ 151963 w 275226"/>
                <a:gd name="connsiteY12" fmla="*/ 122298 h 310649"/>
                <a:gd name="connsiteX13" fmla="*/ 160917 w 275226"/>
                <a:gd name="connsiteY13" fmla="*/ 135092 h 310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226" h="310649">
                  <a:moveTo>
                    <a:pt x="267263" y="409"/>
                  </a:moveTo>
                  <a:cubicBezTo>
                    <a:pt x="209713" y="18702"/>
                    <a:pt x="180948" y="31703"/>
                    <a:pt x="110015" y="52708"/>
                  </a:cubicBezTo>
                  <a:cubicBezTo>
                    <a:pt x="99461" y="55826"/>
                    <a:pt x="87288" y="67788"/>
                    <a:pt x="83154" y="79240"/>
                  </a:cubicBezTo>
                  <a:cubicBezTo>
                    <a:pt x="55341" y="156238"/>
                    <a:pt x="41016" y="185728"/>
                    <a:pt x="3183" y="287558"/>
                  </a:cubicBezTo>
                  <a:cubicBezTo>
                    <a:pt x="-2456" y="302714"/>
                    <a:pt x="-504" y="313542"/>
                    <a:pt x="8259" y="309961"/>
                  </a:cubicBezTo>
                  <a:cubicBezTo>
                    <a:pt x="67162" y="285885"/>
                    <a:pt x="105557" y="260166"/>
                    <a:pt x="168203" y="233511"/>
                  </a:cubicBezTo>
                  <a:cubicBezTo>
                    <a:pt x="177528" y="229542"/>
                    <a:pt x="190539" y="212619"/>
                    <a:pt x="196530" y="198068"/>
                  </a:cubicBezTo>
                  <a:cubicBezTo>
                    <a:pt x="236793" y="100311"/>
                    <a:pt x="235459" y="114475"/>
                    <a:pt x="272102" y="22613"/>
                  </a:cubicBezTo>
                  <a:cubicBezTo>
                    <a:pt x="277550" y="8941"/>
                    <a:pt x="275836" y="-2312"/>
                    <a:pt x="267263" y="409"/>
                  </a:cubicBezTo>
                  <a:close/>
                  <a:moveTo>
                    <a:pt x="160917" y="135092"/>
                  </a:moveTo>
                  <a:cubicBezTo>
                    <a:pt x="156116" y="145694"/>
                    <a:pt x="144029" y="158100"/>
                    <a:pt x="133999" y="162323"/>
                  </a:cubicBezTo>
                  <a:cubicBezTo>
                    <a:pt x="123979" y="166547"/>
                    <a:pt x="120035" y="160349"/>
                    <a:pt x="125083" y="149001"/>
                  </a:cubicBezTo>
                  <a:cubicBezTo>
                    <a:pt x="130141" y="137643"/>
                    <a:pt x="142200" y="125785"/>
                    <a:pt x="151963" y="122298"/>
                  </a:cubicBezTo>
                  <a:cubicBezTo>
                    <a:pt x="161736" y="118793"/>
                    <a:pt x="165727" y="124481"/>
                    <a:pt x="160917" y="13509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30CB1790-762A-E14D-ED4C-D09846192D5C}"/>
                </a:ext>
              </a:extLst>
            </p:cNvPr>
            <p:cNvSpPr/>
            <p:nvPr/>
          </p:nvSpPr>
          <p:spPr>
            <a:xfrm>
              <a:off x="4799034" y="1678250"/>
              <a:ext cx="405610" cy="204625"/>
            </a:xfrm>
            <a:custGeom>
              <a:avLst/>
              <a:gdLst>
                <a:gd name="connsiteX0" fmla="*/ 7586 w 405610"/>
                <a:gd name="connsiteY0" fmla="*/ 51300 h 204625"/>
                <a:gd name="connsiteX1" fmla="*/ 197867 w 405610"/>
                <a:gd name="connsiteY1" fmla="*/ 196046 h 204625"/>
                <a:gd name="connsiteX2" fmla="*/ 246950 w 405610"/>
                <a:gd name="connsiteY2" fmla="*/ 202216 h 204625"/>
                <a:gd name="connsiteX3" fmla="*/ 401483 w 405610"/>
                <a:gd name="connsiteY3" fmla="*/ 151098 h 204625"/>
                <a:gd name="connsiteX4" fmla="*/ 393368 w 405610"/>
                <a:gd name="connsiteY4" fmla="*/ 131425 h 204625"/>
                <a:gd name="connsiteX5" fmla="*/ 218727 w 405610"/>
                <a:gd name="connsiteY5" fmla="*/ 10537 h 204625"/>
                <a:gd name="connsiteX6" fmla="*/ 178570 w 405610"/>
                <a:gd name="connsiteY6" fmla="*/ 371 h 204625"/>
                <a:gd name="connsiteX7" fmla="*/ 10558 w 405610"/>
                <a:gd name="connsiteY7" fmla="*/ 29237 h 204625"/>
                <a:gd name="connsiteX8" fmla="*/ 7586 w 405610"/>
                <a:gd name="connsiteY8" fmla="*/ 51300 h 204625"/>
                <a:gd name="connsiteX9" fmla="*/ 299270 w 405610"/>
                <a:gd name="connsiteY9" fmla="*/ 104676 h 204625"/>
                <a:gd name="connsiteX10" fmla="*/ 335113 w 405610"/>
                <a:gd name="connsiteY10" fmla="*/ 114427 h 204625"/>
                <a:gd name="connsiteX11" fmla="*/ 343324 w 405610"/>
                <a:gd name="connsiteY11" fmla="*/ 133778 h 204625"/>
                <a:gd name="connsiteX12" fmla="*/ 307052 w 405610"/>
                <a:gd name="connsiteY12" fmla="*/ 123507 h 204625"/>
                <a:gd name="connsiteX13" fmla="*/ 299270 w 405610"/>
                <a:gd name="connsiteY13" fmla="*/ 104676 h 204625"/>
                <a:gd name="connsiteX14" fmla="*/ 258227 w 405610"/>
                <a:gd name="connsiteY14" fmla="*/ 118103 h 204625"/>
                <a:gd name="connsiteX15" fmla="*/ 295289 w 405610"/>
                <a:gd name="connsiteY15" fmla="*/ 127580 h 204625"/>
                <a:gd name="connsiteX16" fmla="*/ 303728 w 405610"/>
                <a:gd name="connsiteY16" fmla="*/ 147630 h 204625"/>
                <a:gd name="connsiteX17" fmla="*/ 264876 w 405610"/>
                <a:gd name="connsiteY17" fmla="*/ 138200 h 204625"/>
                <a:gd name="connsiteX18" fmla="*/ 258227 w 405610"/>
                <a:gd name="connsiteY18" fmla="*/ 118103 h 204625"/>
                <a:gd name="connsiteX19" fmla="*/ 252465 w 405610"/>
                <a:gd name="connsiteY19" fmla="*/ 165498 h 204625"/>
                <a:gd name="connsiteX20" fmla="*/ 206792 w 405610"/>
                <a:gd name="connsiteY20" fmla="*/ 157731 h 204625"/>
                <a:gd name="connsiteX21" fmla="*/ 207411 w 405610"/>
                <a:gd name="connsiteY21" fmla="*/ 134969 h 204625"/>
                <a:gd name="connsiteX22" fmla="*/ 249912 w 405610"/>
                <a:gd name="connsiteY22" fmla="*/ 143369 h 204625"/>
                <a:gd name="connsiteX23" fmla="*/ 252465 w 405610"/>
                <a:gd name="connsiteY23" fmla="*/ 165498 h 204625"/>
                <a:gd name="connsiteX24" fmla="*/ 181437 w 405610"/>
                <a:gd name="connsiteY24" fmla="*/ 26723 h 204625"/>
                <a:gd name="connsiteX25" fmla="*/ 220222 w 405610"/>
                <a:gd name="connsiteY25" fmla="*/ 37126 h 204625"/>
                <a:gd name="connsiteX26" fmla="*/ 223242 w 405610"/>
                <a:gd name="connsiteY26" fmla="*/ 54408 h 204625"/>
                <a:gd name="connsiteX27" fmla="*/ 185685 w 405610"/>
                <a:gd name="connsiteY27" fmla="*/ 44279 h 204625"/>
                <a:gd name="connsiteX28" fmla="*/ 181437 w 405610"/>
                <a:gd name="connsiteY28" fmla="*/ 26723 h 204625"/>
                <a:gd name="connsiteX29" fmla="*/ 132345 w 405610"/>
                <a:gd name="connsiteY29" fmla="*/ 36106 h 204625"/>
                <a:gd name="connsiteX30" fmla="*/ 171635 w 405610"/>
                <a:gd name="connsiteY30" fmla="*/ 47293 h 204625"/>
                <a:gd name="connsiteX31" fmla="*/ 176960 w 405610"/>
                <a:gd name="connsiteY31" fmla="*/ 65492 h 204625"/>
                <a:gd name="connsiteX32" fmla="*/ 137364 w 405610"/>
                <a:gd name="connsiteY32" fmla="*/ 54928 h 204625"/>
                <a:gd name="connsiteX33" fmla="*/ 132345 w 405610"/>
                <a:gd name="connsiteY33" fmla="*/ 36106 h 204625"/>
                <a:gd name="connsiteX34" fmla="*/ 78662 w 405610"/>
                <a:gd name="connsiteY34" fmla="*/ 47199 h 204625"/>
                <a:gd name="connsiteX35" fmla="*/ 121591 w 405610"/>
                <a:gd name="connsiteY35" fmla="*/ 58518 h 204625"/>
                <a:gd name="connsiteX36" fmla="*/ 124220 w 405610"/>
                <a:gd name="connsiteY36" fmla="*/ 78909 h 204625"/>
                <a:gd name="connsiteX37" fmla="*/ 79271 w 405610"/>
                <a:gd name="connsiteY37" fmla="*/ 68600 h 204625"/>
                <a:gd name="connsiteX38" fmla="*/ 78662 w 405610"/>
                <a:gd name="connsiteY38" fmla="*/ 47199 h 20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05610" h="204625">
                  <a:moveTo>
                    <a:pt x="7586" y="51300"/>
                  </a:moveTo>
                  <a:cubicBezTo>
                    <a:pt x="84672" y="114210"/>
                    <a:pt x="125315" y="139296"/>
                    <a:pt x="197867" y="196046"/>
                  </a:cubicBezTo>
                  <a:cubicBezTo>
                    <a:pt x="208669" y="204502"/>
                    <a:pt x="231729" y="207006"/>
                    <a:pt x="246950" y="202216"/>
                  </a:cubicBezTo>
                  <a:cubicBezTo>
                    <a:pt x="349229" y="170090"/>
                    <a:pt x="348762" y="166121"/>
                    <a:pt x="401483" y="151098"/>
                  </a:cubicBezTo>
                  <a:cubicBezTo>
                    <a:pt x="409332" y="148868"/>
                    <a:pt x="405636" y="139788"/>
                    <a:pt x="393368" y="131425"/>
                  </a:cubicBezTo>
                  <a:cubicBezTo>
                    <a:pt x="311005" y="75318"/>
                    <a:pt x="291507" y="59633"/>
                    <a:pt x="218727" y="10537"/>
                  </a:cubicBezTo>
                  <a:cubicBezTo>
                    <a:pt x="207897" y="3234"/>
                    <a:pt x="189161" y="-1378"/>
                    <a:pt x="178570" y="371"/>
                  </a:cubicBezTo>
                  <a:cubicBezTo>
                    <a:pt x="107332" y="12049"/>
                    <a:pt x="94292" y="12427"/>
                    <a:pt x="10558" y="29237"/>
                  </a:cubicBezTo>
                  <a:cubicBezTo>
                    <a:pt x="-1901" y="31741"/>
                    <a:pt x="-3891" y="41936"/>
                    <a:pt x="7586" y="51300"/>
                  </a:cubicBezTo>
                  <a:close/>
                  <a:moveTo>
                    <a:pt x="299270" y="104676"/>
                  </a:moveTo>
                  <a:cubicBezTo>
                    <a:pt x="307176" y="102210"/>
                    <a:pt x="323169" y="106424"/>
                    <a:pt x="335113" y="114427"/>
                  </a:cubicBezTo>
                  <a:cubicBezTo>
                    <a:pt x="347057" y="122449"/>
                    <a:pt x="350858" y="131284"/>
                    <a:pt x="343324" y="133778"/>
                  </a:cubicBezTo>
                  <a:cubicBezTo>
                    <a:pt x="335789" y="136273"/>
                    <a:pt x="319378" y="131558"/>
                    <a:pt x="307052" y="123507"/>
                  </a:cubicBezTo>
                  <a:cubicBezTo>
                    <a:pt x="294727" y="115476"/>
                    <a:pt x="291346" y="107133"/>
                    <a:pt x="299270" y="104676"/>
                  </a:cubicBezTo>
                  <a:close/>
                  <a:moveTo>
                    <a:pt x="258227" y="118103"/>
                  </a:moveTo>
                  <a:cubicBezTo>
                    <a:pt x="266685" y="115258"/>
                    <a:pt x="282840" y="119482"/>
                    <a:pt x="295289" y="127580"/>
                  </a:cubicBezTo>
                  <a:cubicBezTo>
                    <a:pt x="307729" y="135658"/>
                    <a:pt x="312053" y="144663"/>
                    <a:pt x="303728" y="147630"/>
                  </a:cubicBezTo>
                  <a:cubicBezTo>
                    <a:pt x="295413" y="150606"/>
                    <a:pt x="277449" y="146421"/>
                    <a:pt x="264876" y="138200"/>
                  </a:cubicBezTo>
                  <a:cubicBezTo>
                    <a:pt x="252293" y="129989"/>
                    <a:pt x="249788" y="120937"/>
                    <a:pt x="258227" y="118103"/>
                  </a:cubicBezTo>
                  <a:close/>
                  <a:moveTo>
                    <a:pt x="252465" y="165498"/>
                  </a:moveTo>
                  <a:cubicBezTo>
                    <a:pt x="240396" y="169570"/>
                    <a:pt x="219013" y="166301"/>
                    <a:pt x="206792" y="157731"/>
                  </a:cubicBezTo>
                  <a:cubicBezTo>
                    <a:pt x="194572" y="149161"/>
                    <a:pt x="195696" y="138767"/>
                    <a:pt x="207411" y="134969"/>
                  </a:cubicBezTo>
                  <a:cubicBezTo>
                    <a:pt x="219146" y="131161"/>
                    <a:pt x="237367" y="135073"/>
                    <a:pt x="249912" y="143369"/>
                  </a:cubicBezTo>
                  <a:cubicBezTo>
                    <a:pt x="262466" y="151665"/>
                    <a:pt x="264533" y="161425"/>
                    <a:pt x="252465" y="165498"/>
                  </a:cubicBezTo>
                  <a:close/>
                  <a:moveTo>
                    <a:pt x="181437" y="26723"/>
                  </a:moveTo>
                  <a:cubicBezTo>
                    <a:pt x="191219" y="24900"/>
                    <a:pt x="209040" y="29624"/>
                    <a:pt x="220222" y="37126"/>
                  </a:cubicBezTo>
                  <a:cubicBezTo>
                    <a:pt x="231414" y="44619"/>
                    <a:pt x="232386" y="52311"/>
                    <a:pt x="223242" y="54408"/>
                  </a:cubicBezTo>
                  <a:cubicBezTo>
                    <a:pt x="214088" y="56515"/>
                    <a:pt x="197515" y="52065"/>
                    <a:pt x="185685" y="44279"/>
                  </a:cubicBezTo>
                  <a:cubicBezTo>
                    <a:pt x="173855" y="36503"/>
                    <a:pt x="171645" y="28547"/>
                    <a:pt x="181437" y="26723"/>
                  </a:cubicBezTo>
                  <a:close/>
                  <a:moveTo>
                    <a:pt x="132345" y="36106"/>
                  </a:moveTo>
                  <a:cubicBezTo>
                    <a:pt x="141955" y="34216"/>
                    <a:pt x="159567" y="39375"/>
                    <a:pt x="171635" y="47293"/>
                  </a:cubicBezTo>
                  <a:cubicBezTo>
                    <a:pt x="183704" y="55211"/>
                    <a:pt x="186171" y="63214"/>
                    <a:pt x="176960" y="65492"/>
                  </a:cubicBezTo>
                  <a:cubicBezTo>
                    <a:pt x="167759" y="67778"/>
                    <a:pt x="149823" y="63243"/>
                    <a:pt x="137364" y="54928"/>
                  </a:cubicBezTo>
                  <a:cubicBezTo>
                    <a:pt x="124906" y="46603"/>
                    <a:pt x="122743" y="37996"/>
                    <a:pt x="132345" y="36106"/>
                  </a:cubicBezTo>
                  <a:close/>
                  <a:moveTo>
                    <a:pt x="78662" y="47199"/>
                  </a:moveTo>
                  <a:cubicBezTo>
                    <a:pt x="90263" y="44685"/>
                    <a:pt x="109056" y="50024"/>
                    <a:pt x="121591" y="58518"/>
                  </a:cubicBezTo>
                  <a:cubicBezTo>
                    <a:pt x="134135" y="67013"/>
                    <a:pt x="135888" y="75876"/>
                    <a:pt x="124220" y="78909"/>
                  </a:cubicBezTo>
                  <a:cubicBezTo>
                    <a:pt x="112561" y="81923"/>
                    <a:pt x="91768" y="77614"/>
                    <a:pt x="79271" y="68600"/>
                  </a:cubicBezTo>
                  <a:cubicBezTo>
                    <a:pt x="66794" y="59596"/>
                    <a:pt x="67070" y="49712"/>
                    <a:pt x="78662" y="4719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1A822AE-5912-49D8-5DD9-E802910C997A}"/>
                </a:ext>
              </a:extLst>
            </p:cNvPr>
            <p:cNvSpPr/>
            <p:nvPr/>
          </p:nvSpPr>
          <p:spPr>
            <a:xfrm>
              <a:off x="4606533" y="1918966"/>
              <a:ext cx="313660" cy="473224"/>
            </a:xfrm>
            <a:custGeom>
              <a:avLst/>
              <a:gdLst>
                <a:gd name="connsiteX0" fmla="*/ 248712 w 313660"/>
                <a:gd name="connsiteY0" fmla="*/ 15472 h 473224"/>
                <a:gd name="connsiteX1" fmla="*/ 217461 w 313660"/>
                <a:gd name="connsiteY1" fmla="*/ 4237 h 473224"/>
                <a:gd name="connsiteX2" fmla="*/ 20884 w 313660"/>
                <a:gd name="connsiteY2" fmla="*/ 135765 h 473224"/>
                <a:gd name="connsiteX3" fmla="*/ 1243 w 313660"/>
                <a:gd name="connsiteY3" fmla="*/ 182461 h 473224"/>
                <a:gd name="connsiteX4" fmla="*/ 85139 w 313660"/>
                <a:gd name="connsiteY4" fmla="*/ 458677 h 473224"/>
                <a:gd name="connsiteX5" fmla="*/ 128202 w 313660"/>
                <a:gd name="connsiteY5" fmla="*/ 463374 h 473224"/>
                <a:gd name="connsiteX6" fmla="*/ 304843 w 313660"/>
                <a:gd name="connsiteY6" fmla="*/ 311097 h 473224"/>
                <a:gd name="connsiteX7" fmla="*/ 312434 w 313660"/>
                <a:gd name="connsiteY7" fmla="*/ 275919 h 473224"/>
                <a:gd name="connsiteX8" fmla="*/ 248712 w 313660"/>
                <a:gd name="connsiteY8" fmla="*/ 15472 h 473224"/>
                <a:gd name="connsiteX9" fmla="*/ 97636 w 313660"/>
                <a:gd name="connsiteY9" fmla="*/ 210486 h 473224"/>
                <a:gd name="connsiteX10" fmla="*/ 60793 w 313660"/>
                <a:gd name="connsiteY10" fmla="*/ 199440 h 473224"/>
                <a:gd name="connsiteX11" fmla="*/ 76272 w 313660"/>
                <a:gd name="connsiteY11" fmla="*/ 152735 h 473224"/>
                <a:gd name="connsiteX12" fmla="*/ 110333 w 313660"/>
                <a:gd name="connsiteY12" fmla="*/ 165132 h 473224"/>
                <a:gd name="connsiteX13" fmla="*/ 97636 w 313660"/>
                <a:gd name="connsiteY13" fmla="*/ 210486 h 473224"/>
                <a:gd name="connsiteX14" fmla="*/ 159453 w 313660"/>
                <a:gd name="connsiteY14" fmla="*/ 379005 h 473224"/>
                <a:gd name="connsiteX15" fmla="*/ 120430 w 313660"/>
                <a:gd name="connsiteY15" fmla="*/ 370161 h 473224"/>
                <a:gd name="connsiteX16" fmla="*/ 137965 w 313660"/>
                <a:gd name="connsiteY16" fmla="*/ 318977 h 473224"/>
                <a:gd name="connsiteX17" fmla="*/ 173570 w 313660"/>
                <a:gd name="connsiteY17" fmla="*/ 329938 h 473224"/>
                <a:gd name="connsiteX18" fmla="*/ 159453 w 313660"/>
                <a:gd name="connsiteY18" fmla="*/ 379005 h 473224"/>
                <a:gd name="connsiteX19" fmla="*/ 191772 w 313660"/>
                <a:gd name="connsiteY19" fmla="*/ 247667 h 473224"/>
                <a:gd name="connsiteX20" fmla="*/ 160473 w 313660"/>
                <a:gd name="connsiteY20" fmla="*/ 233588 h 473224"/>
                <a:gd name="connsiteX21" fmla="*/ 169388 w 313660"/>
                <a:gd name="connsiteY21" fmla="*/ 190284 h 473224"/>
                <a:gd name="connsiteX22" fmla="*/ 199401 w 313660"/>
                <a:gd name="connsiteY22" fmla="*/ 205308 h 473224"/>
                <a:gd name="connsiteX23" fmla="*/ 191772 w 313660"/>
                <a:gd name="connsiteY23" fmla="*/ 247667 h 473224"/>
                <a:gd name="connsiteX24" fmla="*/ 214317 w 313660"/>
                <a:gd name="connsiteY24" fmla="*/ 127384 h 473224"/>
                <a:gd name="connsiteX25" fmla="*/ 184771 w 313660"/>
                <a:gd name="connsiteY25" fmla="*/ 112058 h 473224"/>
                <a:gd name="connsiteX26" fmla="*/ 194915 w 313660"/>
                <a:gd name="connsiteY26" fmla="*/ 69547 h 473224"/>
                <a:gd name="connsiteX27" fmla="*/ 225281 w 313660"/>
                <a:gd name="connsiteY27" fmla="*/ 84118 h 473224"/>
                <a:gd name="connsiteX28" fmla="*/ 214317 w 313660"/>
                <a:gd name="connsiteY28" fmla="*/ 127384 h 473224"/>
                <a:gd name="connsiteX29" fmla="*/ 270210 w 313660"/>
                <a:gd name="connsiteY29" fmla="*/ 290838 h 473224"/>
                <a:gd name="connsiteX30" fmla="*/ 244569 w 313660"/>
                <a:gd name="connsiteY30" fmla="*/ 275588 h 473224"/>
                <a:gd name="connsiteX31" fmla="*/ 251151 w 313660"/>
                <a:gd name="connsiteY31" fmla="*/ 235138 h 473224"/>
                <a:gd name="connsiteX32" fmla="*/ 276963 w 313660"/>
                <a:gd name="connsiteY32" fmla="*/ 251541 h 473224"/>
                <a:gd name="connsiteX33" fmla="*/ 270210 w 313660"/>
                <a:gd name="connsiteY33" fmla="*/ 290838 h 47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3660" h="473224">
                  <a:moveTo>
                    <a:pt x="248712" y="15472"/>
                  </a:moveTo>
                  <a:cubicBezTo>
                    <a:pt x="245188" y="231"/>
                    <a:pt x="230624" y="-4229"/>
                    <a:pt x="217461" y="4237"/>
                  </a:cubicBezTo>
                  <a:cubicBezTo>
                    <a:pt x="129002" y="61044"/>
                    <a:pt x="119953" y="73251"/>
                    <a:pt x="20884" y="135765"/>
                  </a:cubicBezTo>
                  <a:cubicBezTo>
                    <a:pt x="6130" y="145072"/>
                    <a:pt x="-3567" y="166454"/>
                    <a:pt x="1243" y="182461"/>
                  </a:cubicBezTo>
                  <a:cubicBezTo>
                    <a:pt x="33552" y="290177"/>
                    <a:pt x="51954" y="339594"/>
                    <a:pt x="85139" y="458677"/>
                  </a:cubicBezTo>
                  <a:cubicBezTo>
                    <a:pt x="90083" y="476422"/>
                    <a:pt x="110543" y="477868"/>
                    <a:pt x="128202" y="463374"/>
                  </a:cubicBezTo>
                  <a:cubicBezTo>
                    <a:pt x="246836" y="365966"/>
                    <a:pt x="256237" y="353059"/>
                    <a:pt x="304843" y="311097"/>
                  </a:cubicBezTo>
                  <a:cubicBezTo>
                    <a:pt x="312082" y="304851"/>
                    <a:pt x="315740" y="289572"/>
                    <a:pt x="312434" y="275919"/>
                  </a:cubicBezTo>
                  <a:cubicBezTo>
                    <a:pt x="290241" y="184322"/>
                    <a:pt x="272420" y="117982"/>
                    <a:pt x="248712" y="15472"/>
                  </a:cubicBezTo>
                  <a:close/>
                  <a:moveTo>
                    <a:pt x="97636" y="210486"/>
                  </a:moveTo>
                  <a:cubicBezTo>
                    <a:pt x="83834" y="220152"/>
                    <a:pt x="66480" y="215673"/>
                    <a:pt x="60793" y="199440"/>
                  </a:cubicBezTo>
                  <a:cubicBezTo>
                    <a:pt x="55107" y="183207"/>
                    <a:pt x="62832" y="161919"/>
                    <a:pt x="76272" y="152735"/>
                  </a:cubicBezTo>
                  <a:cubicBezTo>
                    <a:pt x="89721" y="143532"/>
                    <a:pt x="104294" y="149390"/>
                    <a:pt x="110333" y="165132"/>
                  </a:cubicBezTo>
                  <a:cubicBezTo>
                    <a:pt x="116362" y="180883"/>
                    <a:pt x="111447" y="200801"/>
                    <a:pt x="97636" y="210486"/>
                  </a:cubicBezTo>
                  <a:close/>
                  <a:moveTo>
                    <a:pt x="159453" y="379005"/>
                  </a:moveTo>
                  <a:cubicBezTo>
                    <a:pt x="144699" y="390589"/>
                    <a:pt x="126183" y="387244"/>
                    <a:pt x="120430" y="370161"/>
                  </a:cubicBezTo>
                  <a:cubicBezTo>
                    <a:pt x="114686" y="353078"/>
                    <a:pt x="123506" y="329645"/>
                    <a:pt x="137965" y="318977"/>
                  </a:cubicBezTo>
                  <a:cubicBezTo>
                    <a:pt x="152443" y="308290"/>
                    <a:pt x="167531" y="313771"/>
                    <a:pt x="173570" y="329938"/>
                  </a:cubicBezTo>
                  <a:cubicBezTo>
                    <a:pt x="179618" y="346123"/>
                    <a:pt x="174236" y="367421"/>
                    <a:pt x="159453" y="379005"/>
                  </a:cubicBezTo>
                  <a:close/>
                  <a:moveTo>
                    <a:pt x="191772" y="247667"/>
                  </a:moveTo>
                  <a:cubicBezTo>
                    <a:pt x="181161" y="255462"/>
                    <a:pt x="166692" y="249472"/>
                    <a:pt x="160473" y="233588"/>
                  </a:cubicBezTo>
                  <a:cubicBezTo>
                    <a:pt x="154243" y="217667"/>
                    <a:pt x="158606" y="198070"/>
                    <a:pt x="169388" y="190284"/>
                  </a:cubicBezTo>
                  <a:cubicBezTo>
                    <a:pt x="180151" y="182508"/>
                    <a:pt x="193343" y="189396"/>
                    <a:pt x="199401" y="205308"/>
                  </a:cubicBezTo>
                  <a:cubicBezTo>
                    <a:pt x="205459" y="221191"/>
                    <a:pt x="202373" y="239881"/>
                    <a:pt x="191772" y="247667"/>
                  </a:cubicBezTo>
                  <a:close/>
                  <a:moveTo>
                    <a:pt x="214317" y="127384"/>
                  </a:moveTo>
                  <a:cubicBezTo>
                    <a:pt x="203583" y="134820"/>
                    <a:pt x="190476" y="127847"/>
                    <a:pt x="184771" y="112058"/>
                  </a:cubicBezTo>
                  <a:cubicBezTo>
                    <a:pt x="179065" y="96269"/>
                    <a:pt x="183399" y="77447"/>
                    <a:pt x="194915" y="69547"/>
                  </a:cubicBezTo>
                  <a:cubicBezTo>
                    <a:pt x="206421" y="61658"/>
                    <a:pt x="220356" y="67856"/>
                    <a:pt x="225281" y="84118"/>
                  </a:cubicBezTo>
                  <a:cubicBezTo>
                    <a:pt x="230196" y="100369"/>
                    <a:pt x="225033" y="119947"/>
                    <a:pt x="214317" y="127384"/>
                  </a:cubicBezTo>
                  <a:close/>
                  <a:moveTo>
                    <a:pt x="270210" y="290838"/>
                  </a:moveTo>
                  <a:cubicBezTo>
                    <a:pt x="261733" y="297471"/>
                    <a:pt x="250189" y="291018"/>
                    <a:pt x="244569" y="275588"/>
                  </a:cubicBezTo>
                  <a:cubicBezTo>
                    <a:pt x="238949" y="260158"/>
                    <a:pt x="241854" y="241809"/>
                    <a:pt x="251151" y="235138"/>
                  </a:cubicBezTo>
                  <a:cubicBezTo>
                    <a:pt x="260437" y="228467"/>
                    <a:pt x="272172" y="236083"/>
                    <a:pt x="276963" y="251541"/>
                  </a:cubicBezTo>
                  <a:cubicBezTo>
                    <a:pt x="281764" y="267008"/>
                    <a:pt x="278668" y="284215"/>
                    <a:pt x="270210" y="29083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13004125-27C3-F540-381B-DF832712BBAD}"/>
                </a:ext>
              </a:extLst>
            </p:cNvPr>
            <p:cNvSpPr/>
            <p:nvPr/>
          </p:nvSpPr>
          <p:spPr>
            <a:xfrm>
              <a:off x="4359636" y="1884500"/>
              <a:ext cx="463826" cy="172684"/>
            </a:xfrm>
            <a:custGeom>
              <a:avLst/>
              <a:gdLst>
                <a:gd name="connsiteX0" fmla="*/ 6624 w 463826"/>
                <a:gd name="connsiteY0" fmla="*/ 144870 h 172684"/>
                <a:gd name="connsiteX1" fmla="*/ 196229 w 463826"/>
                <a:gd name="connsiteY1" fmla="*/ 172319 h 172684"/>
                <a:gd name="connsiteX2" fmla="*/ 247930 w 463826"/>
                <a:gd name="connsiteY2" fmla="*/ 159676 h 172684"/>
                <a:gd name="connsiteX3" fmla="*/ 457052 w 463826"/>
                <a:gd name="connsiteY3" fmla="*/ 26874 h 172684"/>
                <a:gd name="connsiteX4" fmla="*/ 449994 w 463826"/>
                <a:gd name="connsiteY4" fmla="*/ 10253 h 172684"/>
                <a:gd name="connsiteX5" fmla="*/ 257941 w 463826"/>
                <a:gd name="connsiteY5" fmla="*/ 77 h 172684"/>
                <a:gd name="connsiteX6" fmla="*/ 208192 w 463826"/>
                <a:gd name="connsiteY6" fmla="*/ 12001 h 172684"/>
                <a:gd name="connsiteX7" fmla="*/ 13206 w 463826"/>
                <a:gd name="connsiteY7" fmla="*/ 125462 h 172684"/>
                <a:gd name="connsiteX8" fmla="*/ 6624 w 463826"/>
                <a:gd name="connsiteY8" fmla="*/ 144870 h 172684"/>
                <a:gd name="connsiteX9" fmla="*/ 333236 w 463826"/>
                <a:gd name="connsiteY9" fmla="*/ 45081 h 172684"/>
                <a:gd name="connsiteX10" fmla="*/ 377575 w 463826"/>
                <a:gd name="connsiteY10" fmla="*/ 32155 h 172684"/>
                <a:gd name="connsiteX11" fmla="*/ 379861 w 463826"/>
                <a:gd name="connsiteY11" fmla="*/ 48464 h 172684"/>
                <a:gd name="connsiteX12" fmla="*/ 333217 w 463826"/>
                <a:gd name="connsiteY12" fmla="*/ 60814 h 172684"/>
                <a:gd name="connsiteX13" fmla="*/ 333236 w 463826"/>
                <a:gd name="connsiteY13" fmla="*/ 45081 h 172684"/>
                <a:gd name="connsiteX14" fmla="*/ 212526 w 463826"/>
                <a:gd name="connsiteY14" fmla="*/ 76470 h 172684"/>
                <a:gd name="connsiteX15" fmla="*/ 254731 w 463826"/>
                <a:gd name="connsiteY15" fmla="*/ 66096 h 172684"/>
                <a:gd name="connsiteX16" fmla="*/ 252055 w 463826"/>
                <a:gd name="connsiteY16" fmla="*/ 81450 h 172684"/>
                <a:gd name="connsiteX17" fmla="*/ 209011 w 463826"/>
                <a:gd name="connsiteY17" fmla="*/ 92023 h 172684"/>
                <a:gd name="connsiteX18" fmla="*/ 212526 w 463826"/>
                <a:gd name="connsiteY18" fmla="*/ 76470 h 172684"/>
                <a:gd name="connsiteX19" fmla="*/ 86786 w 463826"/>
                <a:gd name="connsiteY19" fmla="*/ 106215 h 172684"/>
                <a:gd name="connsiteX20" fmla="*/ 132382 w 463826"/>
                <a:gd name="connsiteY20" fmla="*/ 95340 h 172684"/>
                <a:gd name="connsiteX21" fmla="*/ 127734 w 463826"/>
                <a:gd name="connsiteY21" fmla="*/ 112092 h 172684"/>
                <a:gd name="connsiteX22" fmla="*/ 81424 w 463826"/>
                <a:gd name="connsiteY22" fmla="*/ 124121 h 172684"/>
                <a:gd name="connsiteX23" fmla="*/ 86786 w 463826"/>
                <a:gd name="connsiteY23" fmla="*/ 106215 h 17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63826" h="172684">
                  <a:moveTo>
                    <a:pt x="6624" y="144870"/>
                  </a:moveTo>
                  <a:cubicBezTo>
                    <a:pt x="81357" y="154943"/>
                    <a:pt x="103655" y="159412"/>
                    <a:pt x="196229" y="172319"/>
                  </a:cubicBezTo>
                  <a:cubicBezTo>
                    <a:pt x="210002" y="174237"/>
                    <a:pt x="233957" y="168388"/>
                    <a:pt x="247930" y="159676"/>
                  </a:cubicBezTo>
                  <a:cubicBezTo>
                    <a:pt x="341837" y="101207"/>
                    <a:pt x="378318" y="83850"/>
                    <a:pt x="457052" y="26874"/>
                  </a:cubicBezTo>
                  <a:cubicBezTo>
                    <a:pt x="468767" y="18407"/>
                    <a:pt x="464567" y="10735"/>
                    <a:pt x="449994" y="10253"/>
                  </a:cubicBezTo>
                  <a:cubicBezTo>
                    <a:pt x="352029" y="6993"/>
                    <a:pt x="354134" y="5510"/>
                    <a:pt x="257941" y="77"/>
                  </a:cubicBezTo>
                  <a:cubicBezTo>
                    <a:pt x="243634" y="-726"/>
                    <a:pt x="219974" y="4877"/>
                    <a:pt x="208192" y="12001"/>
                  </a:cubicBezTo>
                  <a:cubicBezTo>
                    <a:pt x="129049" y="59831"/>
                    <a:pt x="109675" y="66880"/>
                    <a:pt x="13206" y="125462"/>
                  </a:cubicBezTo>
                  <a:cubicBezTo>
                    <a:pt x="-1149" y="134184"/>
                    <a:pt x="-4501" y="143368"/>
                    <a:pt x="6624" y="144870"/>
                  </a:cubicBezTo>
                  <a:close/>
                  <a:moveTo>
                    <a:pt x="333236" y="45081"/>
                  </a:moveTo>
                  <a:cubicBezTo>
                    <a:pt x="345504" y="37362"/>
                    <a:pt x="364812" y="31390"/>
                    <a:pt x="377575" y="32155"/>
                  </a:cubicBezTo>
                  <a:cubicBezTo>
                    <a:pt x="390329" y="32921"/>
                    <a:pt x="392110" y="40376"/>
                    <a:pt x="379861" y="48464"/>
                  </a:cubicBezTo>
                  <a:cubicBezTo>
                    <a:pt x="367621" y="56533"/>
                    <a:pt x="346009" y="61929"/>
                    <a:pt x="333217" y="60814"/>
                  </a:cubicBezTo>
                  <a:cubicBezTo>
                    <a:pt x="320425" y="59699"/>
                    <a:pt x="320977" y="52801"/>
                    <a:pt x="333236" y="45081"/>
                  </a:cubicBezTo>
                  <a:close/>
                  <a:moveTo>
                    <a:pt x="212526" y="76470"/>
                  </a:moveTo>
                  <a:cubicBezTo>
                    <a:pt x="225118" y="69459"/>
                    <a:pt x="243882" y="64867"/>
                    <a:pt x="254731" y="66096"/>
                  </a:cubicBezTo>
                  <a:cubicBezTo>
                    <a:pt x="265580" y="67324"/>
                    <a:pt x="264656" y="74165"/>
                    <a:pt x="252055" y="81450"/>
                  </a:cubicBezTo>
                  <a:cubicBezTo>
                    <a:pt x="239472" y="88735"/>
                    <a:pt x="219860" y="93525"/>
                    <a:pt x="209011" y="92023"/>
                  </a:cubicBezTo>
                  <a:cubicBezTo>
                    <a:pt x="198153" y="90530"/>
                    <a:pt x="199953" y="83462"/>
                    <a:pt x="212526" y="76470"/>
                  </a:cubicBezTo>
                  <a:close/>
                  <a:moveTo>
                    <a:pt x="86786" y="106215"/>
                  </a:moveTo>
                  <a:cubicBezTo>
                    <a:pt x="100655" y="98335"/>
                    <a:pt x="120981" y="93762"/>
                    <a:pt x="132382" y="95340"/>
                  </a:cubicBezTo>
                  <a:cubicBezTo>
                    <a:pt x="143793" y="96908"/>
                    <a:pt x="141841" y="104136"/>
                    <a:pt x="127734" y="112092"/>
                  </a:cubicBezTo>
                  <a:cubicBezTo>
                    <a:pt x="113628" y="120048"/>
                    <a:pt x="92616" y="125765"/>
                    <a:pt x="81424" y="124121"/>
                  </a:cubicBezTo>
                  <a:cubicBezTo>
                    <a:pt x="70251" y="122477"/>
                    <a:pt x="72918" y="114105"/>
                    <a:pt x="86786" y="10621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B5640D1-E1C6-0B98-83AD-8E2EF3ADD184}"/>
                </a:ext>
              </a:extLst>
            </p:cNvPr>
            <p:cNvSpPr/>
            <p:nvPr/>
          </p:nvSpPr>
          <p:spPr>
            <a:xfrm>
              <a:off x="4736221" y="1738030"/>
              <a:ext cx="261612" cy="386017"/>
            </a:xfrm>
            <a:custGeom>
              <a:avLst/>
              <a:gdLst>
                <a:gd name="connsiteX0" fmla="*/ 248545 w 261612"/>
                <a:gd name="connsiteY0" fmla="*/ 144648 h 386017"/>
                <a:gd name="connsiteX1" fmla="*/ 62017 w 261612"/>
                <a:gd name="connsiteY1" fmla="*/ 3898 h 386017"/>
                <a:gd name="connsiteX2" fmla="*/ 30547 w 261612"/>
                <a:gd name="connsiteY2" fmla="*/ 17467 h 386017"/>
                <a:gd name="connsiteX3" fmla="*/ 0 w 261612"/>
                <a:gd name="connsiteY3" fmla="*/ 132572 h 386017"/>
                <a:gd name="connsiteX4" fmla="*/ 74114 w 261612"/>
                <a:gd name="connsiteY4" fmla="*/ 135567 h 386017"/>
                <a:gd name="connsiteX5" fmla="*/ 107423 w 261612"/>
                <a:gd name="connsiteY5" fmla="*/ 156421 h 386017"/>
                <a:gd name="connsiteX6" fmla="*/ 108242 w 261612"/>
                <a:gd name="connsiteY6" fmla="*/ 160446 h 386017"/>
                <a:gd name="connsiteX7" fmla="*/ 139808 w 261612"/>
                <a:gd name="connsiteY7" fmla="*/ 191684 h 386017"/>
                <a:gd name="connsiteX8" fmla="*/ 179251 w 261612"/>
                <a:gd name="connsiteY8" fmla="*/ 354024 h 386017"/>
                <a:gd name="connsiteX9" fmla="*/ 187242 w 261612"/>
                <a:gd name="connsiteY9" fmla="*/ 386017 h 386017"/>
                <a:gd name="connsiteX10" fmla="*/ 188585 w 261612"/>
                <a:gd name="connsiteY10" fmla="*/ 382880 h 386017"/>
                <a:gd name="connsiteX11" fmla="*/ 259575 w 261612"/>
                <a:gd name="connsiteY11" fmla="*/ 187923 h 386017"/>
                <a:gd name="connsiteX12" fmla="*/ 248545 w 261612"/>
                <a:gd name="connsiteY12" fmla="*/ 144648 h 386017"/>
                <a:gd name="connsiteX13" fmla="*/ 174422 w 261612"/>
                <a:gd name="connsiteY13" fmla="*/ 214625 h 386017"/>
                <a:gd name="connsiteX14" fmla="*/ 144542 w 261612"/>
                <a:gd name="connsiteY14" fmla="*/ 191259 h 386017"/>
                <a:gd name="connsiteX15" fmla="*/ 157315 w 261612"/>
                <a:gd name="connsiteY15" fmla="*/ 163677 h 386017"/>
                <a:gd name="connsiteX16" fmla="*/ 186776 w 261612"/>
                <a:gd name="connsiteY16" fmla="*/ 186496 h 386017"/>
                <a:gd name="connsiteX17" fmla="*/ 174422 w 261612"/>
                <a:gd name="connsiteY17" fmla="*/ 214625 h 38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1612" h="386017">
                  <a:moveTo>
                    <a:pt x="248545" y="144648"/>
                  </a:moveTo>
                  <a:cubicBezTo>
                    <a:pt x="172869" y="89382"/>
                    <a:pt x="148028" y="63908"/>
                    <a:pt x="62017" y="3898"/>
                  </a:cubicBezTo>
                  <a:cubicBezTo>
                    <a:pt x="49216" y="-5031"/>
                    <a:pt x="34433" y="2169"/>
                    <a:pt x="30547" y="17467"/>
                  </a:cubicBezTo>
                  <a:cubicBezTo>
                    <a:pt x="14392" y="81010"/>
                    <a:pt x="9125" y="101741"/>
                    <a:pt x="0" y="132572"/>
                  </a:cubicBezTo>
                  <a:cubicBezTo>
                    <a:pt x="18155" y="133526"/>
                    <a:pt x="39986" y="134433"/>
                    <a:pt x="74114" y="135567"/>
                  </a:cubicBezTo>
                  <a:cubicBezTo>
                    <a:pt x="98593" y="136389"/>
                    <a:pt x="105556" y="150421"/>
                    <a:pt x="107423" y="156421"/>
                  </a:cubicBezTo>
                  <a:cubicBezTo>
                    <a:pt x="107699" y="157318"/>
                    <a:pt x="108013" y="158755"/>
                    <a:pt x="108242" y="160446"/>
                  </a:cubicBezTo>
                  <a:cubicBezTo>
                    <a:pt x="123711" y="163271"/>
                    <a:pt x="135979" y="175101"/>
                    <a:pt x="139808" y="191684"/>
                  </a:cubicBezTo>
                  <a:cubicBezTo>
                    <a:pt x="154372" y="254679"/>
                    <a:pt x="166459" y="302924"/>
                    <a:pt x="179251" y="354024"/>
                  </a:cubicBezTo>
                  <a:cubicBezTo>
                    <a:pt x="181889" y="364587"/>
                    <a:pt x="184566" y="375246"/>
                    <a:pt x="187242" y="386017"/>
                  </a:cubicBezTo>
                  <a:cubicBezTo>
                    <a:pt x="187719" y="384997"/>
                    <a:pt x="188233" y="384005"/>
                    <a:pt x="188585" y="382880"/>
                  </a:cubicBezTo>
                  <a:cubicBezTo>
                    <a:pt x="220599" y="279888"/>
                    <a:pt x="225114" y="285595"/>
                    <a:pt x="259575" y="187923"/>
                  </a:cubicBezTo>
                  <a:cubicBezTo>
                    <a:pt x="264709" y="173381"/>
                    <a:pt x="259813" y="152868"/>
                    <a:pt x="248545" y="144648"/>
                  </a:cubicBezTo>
                  <a:close/>
                  <a:moveTo>
                    <a:pt x="174422" y="214625"/>
                  </a:moveTo>
                  <a:cubicBezTo>
                    <a:pt x="162725" y="215419"/>
                    <a:pt x="149238" y="204808"/>
                    <a:pt x="144542" y="191259"/>
                  </a:cubicBezTo>
                  <a:cubicBezTo>
                    <a:pt x="139837" y="177709"/>
                    <a:pt x="145609" y="165624"/>
                    <a:pt x="157315" y="163677"/>
                  </a:cubicBezTo>
                  <a:cubicBezTo>
                    <a:pt x="169021" y="161722"/>
                    <a:pt x="182061" y="171794"/>
                    <a:pt x="186776" y="186496"/>
                  </a:cubicBezTo>
                  <a:cubicBezTo>
                    <a:pt x="191472" y="201208"/>
                    <a:pt x="186119" y="213832"/>
                    <a:pt x="174422" y="21462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0F00A7E-FFAF-F1DD-3672-1326A41F997E}"/>
                </a:ext>
              </a:extLst>
            </p:cNvPr>
            <p:cNvSpPr/>
            <p:nvPr/>
          </p:nvSpPr>
          <p:spPr>
            <a:xfrm>
              <a:off x="4350749" y="2046869"/>
              <a:ext cx="324406" cy="357526"/>
            </a:xfrm>
            <a:custGeom>
              <a:avLst/>
              <a:gdLst>
                <a:gd name="connsiteX0" fmla="*/ 241349 w 324406"/>
                <a:gd name="connsiteY0" fmla="*/ 68873 h 357526"/>
                <a:gd name="connsiteX1" fmla="*/ 202335 w 324406"/>
                <a:gd name="connsiteY1" fmla="*/ 27676 h 357526"/>
                <a:gd name="connsiteX2" fmla="*/ 18417 w 324406"/>
                <a:gd name="connsiteY2" fmla="*/ 208 h 357526"/>
                <a:gd name="connsiteX3" fmla="*/ 1738 w 324406"/>
                <a:gd name="connsiteY3" fmla="*/ 27515 h 357526"/>
                <a:gd name="connsiteX4" fmla="*/ 82272 w 324406"/>
                <a:gd name="connsiteY4" fmla="*/ 264812 h 357526"/>
                <a:gd name="connsiteX5" fmla="*/ 114924 w 324406"/>
                <a:gd name="connsiteY5" fmla="*/ 298365 h 357526"/>
                <a:gd name="connsiteX6" fmla="*/ 308377 w 324406"/>
                <a:gd name="connsiteY6" fmla="*/ 356948 h 357526"/>
                <a:gd name="connsiteX7" fmla="*/ 322759 w 324406"/>
                <a:gd name="connsiteY7" fmla="*/ 329886 h 357526"/>
                <a:gd name="connsiteX8" fmla="*/ 241349 w 324406"/>
                <a:gd name="connsiteY8" fmla="*/ 68873 h 357526"/>
                <a:gd name="connsiteX9" fmla="*/ 89521 w 324406"/>
                <a:gd name="connsiteY9" fmla="*/ 114387 h 357526"/>
                <a:gd name="connsiteX10" fmla="*/ 57450 w 324406"/>
                <a:gd name="connsiteY10" fmla="*/ 81487 h 357526"/>
                <a:gd name="connsiteX11" fmla="*/ 70680 w 324406"/>
                <a:gd name="connsiteY11" fmla="*/ 55682 h 357526"/>
                <a:gd name="connsiteX12" fmla="*/ 101008 w 324406"/>
                <a:gd name="connsiteY12" fmla="*/ 90302 h 357526"/>
                <a:gd name="connsiteX13" fmla="*/ 89521 w 324406"/>
                <a:gd name="connsiteY13" fmla="*/ 114387 h 357526"/>
                <a:gd name="connsiteX14" fmla="*/ 137832 w 324406"/>
                <a:gd name="connsiteY14" fmla="*/ 264727 h 357526"/>
                <a:gd name="connsiteX15" fmla="*/ 106418 w 324406"/>
                <a:gd name="connsiteY15" fmla="*/ 231789 h 357526"/>
                <a:gd name="connsiteX16" fmla="*/ 120982 w 324406"/>
                <a:gd name="connsiteY16" fmla="*/ 211001 h 357526"/>
                <a:gd name="connsiteX17" fmla="*/ 150814 w 324406"/>
                <a:gd name="connsiteY17" fmla="*/ 242693 h 357526"/>
                <a:gd name="connsiteX18" fmla="*/ 137832 w 324406"/>
                <a:gd name="connsiteY18" fmla="*/ 264727 h 357526"/>
                <a:gd name="connsiteX19" fmla="*/ 202802 w 324406"/>
                <a:gd name="connsiteY19" fmla="*/ 139540 h 357526"/>
                <a:gd name="connsiteX20" fmla="*/ 171407 w 324406"/>
                <a:gd name="connsiteY20" fmla="*/ 105402 h 357526"/>
                <a:gd name="connsiteX21" fmla="*/ 181694 w 324406"/>
                <a:gd name="connsiteY21" fmla="*/ 77206 h 357526"/>
                <a:gd name="connsiteX22" fmla="*/ 216022 w 324406"/>
                <a:gd name="connsiteY22" fmla="*/ 114246 h 357526"/>
                <a:gd name="connsiteX23" fmla="*/ 202802 w 324406"/>
                <a:gd name="connsiteY23" fmla="*/ 139540 h 357526"/>
                <a:gd name="connsiteX24" fmla="*/ 257456 w 324406"/>
                <a:gd name="connsiteY24" fmla="*/ 297354 h 357526"/>
                <a:gd name="connsiteX25" fmla="*/ 226205 w 324406"/>
                <a:gd name="connsiteY25" fmla="*/ 262299 h 357526"/>
                <a:gd name="connsiteX26" fmla="*/ 238216 w 324406"/>
                <a:gd name="connsiteY26" fmla="*/ 239792 h 357526"/>
                <a:gd name="connsiteX27" fmla="*/ 270648 w 324406"/>
                <a:gd name="connsiteY27" fmla="*/ 273156 h 357526"/>
                <a:gd name="connsiteX28" fmla="*/ 257456 w 324406"/>
                <a:gd name="connsiteY28" fmla="*/ 297354 h 35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4406" h="357526">
                  <a:moveTo>
                    <a:pt x="241349" y="68873"/>
                  </a:moveTo>
                  <a:cubicBezTo>
                    <a:pt x="235634" y="49436"/>
                    <a:pt x="216803" y="29707"/>
                    <a:pt x="202335" y="27676"/>
                  </a:cubicBezTo>
                  <a:cubicBezTo>
                    <a:pt x="105132" y="14013"/>
                    <a:pt x="111571" y="13701"/>
                    <a:pt x="18417" y="208"/>
                  </a:cubicBezTo>
                  <a:cubicBezTo>
                    <a:pt x="4558" y="-1795"/>
                    <a:pt x="-3824" y="10914"/>
                    <a:pt x="1738" y="27515"/>
                  </a:cubicBezTo>
                  <a:cubicBezTo>
                    <a:pt x="39067" y="139143"/>
                    <a:pt x="50487" y="167017"/>
                    <a:pt x="82272" y="264812"/>
                  </a:cubicBezTo>
                  <a:cubicBezTo>
                    <a:pt x="87006" y="279373"/>
                    <a:pt x="102122" y="294812"/>
                    <a:pt x="114924" y="298365"/>
                  </a:cubicBezTo>
                  <a:cubicBezTo>
                    <a:pt x="200916" y="322252"/>
                    <a:pt x="223461" y="333278"/>
                    <a:pt x="308377" y="356948"/>
                  </a:cubicBezTo>
                  <a:cubicBezTo>
                    <a:pt x="321016" y="360472"/>
                    <a:pt x="327732" y="347452"/>
                    <a:pt x="322759" y="329886"/>
                  </a:cubicBezTo>
                  <a:cubicBezTo>
                    <a:pt x="289393" y="211861"/>
                    <a:pt x="279735" y="199540"/>
                    <a:pt x="241349" y="68873"/>
                  </a:cubicBezTo>
                  <a:close/>
                  <a:moveTo>
                    <a:pt x="89521" y="114387"/>
                  </a:moveTo>
                  <a:cubicBezTo>
                    <a:pt x="77519" y="111836"/>
                    <a:pt x="62641" y="97483"/>
                    <a:pt x="57450" y="81487"/>
                  </a:cubicBezTo>
                  <a:cubicBezTo>
                    <a:pt x="52259" y="65471"/>
                    <a:pt x="58793" y="53443"/>
                    <a:pt x="70680" y="55682"/>
                  </a:cubicBezTo>
                  <a:cubicBezTo>
                    <a:pt x="82587" y="57912"/>
                    <a:pt x="95722" y="73975"/>
                    <a:pt x="101008" y="90302"/>
                  </a:cubicBezTo>
                  <a:cubicBezTo>
                    <a:pt x="106275" y="106611"/>
                    <a:pt x="101532" y="116957"/>
                    <a:pt x="89521" y="114387"/>
                  </a:cubicBezTo>
                  <a:close/>
                  <a:moveTo>
                    <a:pt x="137832" y="264727"/>
                  </a:moveTo>
                  <a:cubicBezTo>
                    <a:pt x="125554" y="261505"/>
                    <a:pt x="111047" y="246406"/>
                    <a:pt x="106418" y="231789"/>
                  </a:cubicBezTo>
                  <a:cubicBezTo>
                    <a:pt x="101799" y="217171"/>
                    <a:pt x="108818" y="208129"/>
                    <a:pt x="120982" y="211001"/>
                  </a:cubicBezTo>
                  <a:cubicBezTo>
                    <a:pt x="133145" y="213864"/>
                    <a:pt x="146090" y="227735"/>
                    <a:pt x="150814" y="242693"/>
                  </a:cubicBezTo>
                  <a:cubicBezTo>
                    <a:pt x="155548" y="257641"/>
                    <a:pt x="150109" y="267940"/>
                    <a:pt x="137832" y="264727"/>
                  </a:cubicBezTo>
                  <a:close/>
                  <a:moveTo>
                    <a:pt x="202802" y="139540"/>
                  </a:moveTo>
                  <a:cubicBezTo>
                    <a:pt x="190572" y="136979"/>
                    <a:pt x="177189" y="122362"/>
                    <a:pt x="171407" y="105402"/>
                  </a:cubicBezTo>
                  <a:cubicBezTo>
                    <a:pt x="165645" y="88422"/>
                    <a:pt x="169474" y="74958"/>
                    <a:pt x="181694" y="77206"/>
                  </a:cubicBezTo>
                  <a:cubicBezTo>
                    <a:pt x="193934" y="79446"/>
                    <a:pt x="210250" y="96954"/>
                    <a:pt x="216022" y="114246"/>
                  </a:cubicBezTo>
                  <a:cubicBezTo>
                    <a:pt x="221775" y="131518"/>
                    <a:pt x="215041" y="142110"/>
                    <a:pt x="202802" y="139540"/>
                  </a:cubicBezTo>
                  <a:close/>
                  <a:moveTo>
                    <a:pt x="257456" y="297354"/>
                  </a:moveTo>
                  <a:cubicBezTo>
                    <a:pt x="245216" y="294151"/>
                    <a:pt x="231443" y="277946"/>
                    <a:pt x="226205" y="262299"/>
                  </a:cubicBezTo>
                  <a:cubicBezTo>
                    <a:pt x="220956" y="246661"/>
                    <a:pt x="226004" y="236938"/>
                    <a:pt x="238216" y="239792"/>
                  </a:cubicBezTo>
                  <a:cubicBezTo>
                    <a:pt x="250446" y="242645"/>
                    <a:pt x="265400" y="257187"/>
                    <a:pt x="270648" y="273156"/>
                  </a:cubicBezTo>
                  <a:cubicBezTo>
                    <a:pt x="275906" y="289133"/>
                    <a:pt x="269686" y="300548"/>
                    <a:pt x="257456" y="29735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4BDF70A2-4295-3A18-67FD-72126080BE61}"/>
              </a:ext>
            </a:extLst>
          </p:cNvPr>
          <p:cNvSpPr/>
          <p:nvPr/>
        </p:nvSpPr>
        <p:spPr>
          <a:xfrm>
            <a:off x="4105094" y="1227483"/>
            <a:ext cx="203391" cy="1449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48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1F979F-E4C3-3FC5-5C45-C0843611177D}"/>
              </a:ext>
            </a:extLst>
          </p:cNvPr>
          <p:cNvSpPr txBox="1"/>
          <p:nvPr/>
        </p:nvSpPr>
        <p:spPr>
          <a:xfrm>
            <a:off x="4037552" y="1172981"/>
            <a:ext cx="255197" cy="2539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  <a:latin typeface="+mj-lt"/>
              </a:rPr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1C4353-9F1A-E3B4-1CFC-54FB98A2E40F}"/>
              </a:ext>
            </a:extLst>
          </p:cNvPr>
          <p:cNvSpPr txBox="1"/>
          <p:nvPr/>
        </p:nvSpPr>
        <p:spPr>
          <a:xfrm>
            <a:off x="4136208" y="1172982"/>
            <a:ext cx="231154" cy="2539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5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-</a:t>
            </a:r>
          </a:p>
        </p:txBody>
      </p:sp>
      <p:pic>
        <p:nvPicPr>
          <p:cNvPr id="35" name="Graphic 34" descr="User with solid fill">
            <a:extLst>
              <a:ext uri="{FF2B5EF4-FFF2-40B4-BE49-F238E27FC236}">
                <a16:creationId xmlns:a16="http://schemas.microsoft.com/office/drawing/2014/main" id="{A4060051-8FC9-654C-3008-CE5DA7FCA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5661" y="1350790"/>
            <a:ext cx="268816" cy="268817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82F634-7064-9B2F-29E2-2EFE323C352F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4176058" y="1328214"/>
            <a:ext cx="9047" cy="56003"/>
          </a:xfrm>
          <a:prstGeom prst="line">
            <a:avLst/>
          </a:prstGeom>
          <a:ln w="952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ED2DDF0-D735-B6EC-64E1-3CB567BDE7FD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4185960" y="1322080"/>
            <a:ext cx="25501" cy="56003"/>
          </a:xfrm>
          <a:prstGeom prst="line">
            <a:avLst/>
          </a:prstGeom>
          <a:ln w="952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18DC23-DE06-4BFE-3E6B-E94DE4A5B9F5}"/>
              </a:ext>
            </a:extLst>
          </p:cNvPr>
          <p:cNvCxnSpPr>
            <a:cxnSpLocks/>
          </p:cNvCxnSpPr>
          <p:nvPr/>
        </p:nvCxnSpPr>
        <p:spPr>
          <a:xfrm flipV="1">
            <a:off x="3900820" y="1514970"/>
            <a:ext cx="166459" cy="191788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3CB338-592C-8415-69EE-33939C2D1CAF}"/>
              </a:ext>
            </a:extLst>
          </p:cNvPr>
          <p:cNvCxnSpPr>
            <a:cxnSpLocks/>
          </p:cNvCxnSpPr>
          <p:nvPr/>
        </p:nvCxnSpPr>
        <p:spPr>
          <a:xfrm>
            <a:off x="4331371" y="1514970"/>
            <a:ext cx="166459" cy="191788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CDB9F8-8688-F761-D06C-94A93B6AB1D1}"/>
              </a:ext>
            </a:extLst>
          </p:cNvPr>
          <p:cNvCxnSpPr>
            <a:cxnSpLocks/>
          </p:cNvCxnSpPr>
          <p:nvPr/>
        </p:nvCxnSpPr>
        <p:spPr>
          <a:xfrm>
            <a:off x="4067279" y="1915374"/>
            <a:ext cx="240925" cy="0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CC9215D-659E-839F-0379-BC693FBD4829}"/>
              </a:ext>
            </a:extLst>
          </p:cNvPr>
          <p:cNvSpPr txBox="1"/>
          <p:nvPr/>
        </p:nvSpPr>
        <p:spPr>
          <a:xfrm>
            <a:off x="790066" y="1108853"/>
            <a:ext cx="407484" cy="307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venir Light" panose="020B0402020203020204" pitchFamily="34" charset="77"/>
              </a:rPr>
              <a:t>H1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4CC1F3-0ADF-DF3B-CDEE-EF75ED236A98}"/>
              </a:ext>
            </a:extLst>
          </p:cNvPr>
          <p:cNvSpPr txBox="1"/>
          <p:nvPr/>
        </p:nvSpPr>
        <p:spPr>
          <a:xfrm>
            <a:off x="2199656" y="1108853"/>
            <a:ext cx="407484" cy="307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venir Light" panose="020B0402020203020204" pitchFamily="34" charset="77"/>
              </a:rPr>
              <a:t>H2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9DCAB5-99E7-0550-73E3-2088D36E0367}"/>
              </a:ext>
            </a:extLst>
          </p:cNvPr>
          <p:cNvSpPr txBox="1"/>
          <p:nvPr/>
        </p:nvSpPr>
        <p:spPr>
          <a:xfrm>
            <a:off x="3572225" y="1108853"/>
            <a:ext cx="407484" cy="307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venir Light" panose="020B0402020203020204" pitchFamily="34" charset="77"/>
              </a:rPr>
              <a:t>H3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3245D83-7370-4E4F-89B8-33093247B2F9}"/>
              </a:ext>
            </a:extLst>
          </p:cNvPr>
          <p:cNvSpPr txBox="1"/>
          <p:nvPr/>
        </p:nvSpPr>
        <p:spPr>
          <a:xfrm>
            <a:off x="5329412" y="1003419"/>
            <a:ext cx="362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</a:t>
            </a:r>
          </a:p>
        </p:txBody>
      </p:sp>
      <p:pic>
        <p:nvPicPr>
          <p:cNvPr id="453" name="Graphic 452">
            <a:extLst>
              <a:ext uri="{FF2B5EF4-FFF2-40B4-BE49-F238E27FC236}">
                <a16:creationId xmlns:a16="http://schemas.microsoft.com/office/drawing/2014/main" id="{645475F9-9DE7-D961-AB97-6331353D2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043928" y="2869066"/>
            <a:ext cx="1382400" cy="864000"/>
          </a:xfrm>
          <a:prstGeom prst="rect">
            <a:avLst/>
          </a:prstGeom>
        </p:spPr>
      </p:pic>
      <p:pic>
        <p:nvPicPr>
          <p:cNvPr id="456" name="Graphic 455">
            <a:extLst>
              <a:ext uri="{FF2B5EF4-FFF2-40B4-BE49-F238E27FC236}">
                <a16:creationId xmlns:a16="http://schemas.microsoft.com/office/drawing/2014/main" id="{816A7CED-BDB0-E697-3437-71D096B03D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54299" y="4149187"/>
            <a:ext cx="1382400" cy="864000"/>
          </a:xfrm>
          <a:prstGeom prst="rect">
            <a:avLst/>
          </a:prstGeom>
        </p:spPr>
      </p:pic>
      <p:pic>
        <p:nvPicPr>
          <p:cNvPr id="459" name="Graphic 458">
            <a:extLst>
              <a:ext uri="{FF2B5EF4-FFF2-40B4-BE49-F238E27FC236}">
                <a16:creationId xmlns:a16="http://schemas.microsoft.com/office/drawing/2014/main" id="{0E5380C4-A4C6-8473-C70A-5A3B46688C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129485" y="5027116"/>
            <a:ext cx="1382400" cy="864000"/>
          </a:xfrm>
          <a:prstGeom prst="rect">
            <a:avLst/>
          </a:prstGeom>
        </p:spPr>
      </p:pic>
      <p:pic>
        <p:nvPicPr>
          <p:cNvPr id="452" name="Graphic 451">
            <a:extLst>
              <a:ext uri="{FF2B5EF4-FFF2-40B4-BE49-F238E27FC236}">
                <a16:creationId xmlns:a16="http://schemas.microsoft.com/office/drawing/2014/main" id="{1F3625A5-DE3E-0DA1-097D-B3A2A99DA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4038" y="4161115"/>
            <a:ext cx="1382400" cy="864000"/>
          </a:xfrm>
          <a:prstGeom prst="rect">
            <a:avLst/>
          </a:prstGeom>
        </p:spPr>
      </p:pic>
      <p:grpSp>
        <p:nvGrpSpPr>
          <p:cNvPr id="454" name="Group 453">
            <a:extLst>
              <a:ext uri="{FF2B5EF4-FFF2-40B4-BE49-F238E27FC236}">
                <a16:creationId xmlns:a16="http://schemas.microsoft.com/office/drawing/2014/main" id="{9241F228-A723-24D9-8A9E-E0014A153CFA}"/>
              </a:ext>
            </a:extLst>
          </p:cNvPr>
          <p:cNvGrpSpPr/>
          <p:nvPr/>
        </p:nvGrpSpPr>
        <p:grpSpPr>
          <a:xfrm>
            <a:off x="1318197" y="4687384"/>
            <a:ext cx="2856067" cy="616424"/>
            <a:chOff x="1942155" y="1405673"/>
            <a:chExt cx="2856067" cy="616424"/>
          </a:xfrm>
        </p:grpSpPr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D0D1C4E4-27B6-01E3-B8A2-CF216BAAC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2155" y="1405674"/>
              <a:ext cx="793488" cy="616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Arrow Connector 456">
              <a:extLst>
                <a:ext uri="{FF2B5EF4-FFF2-40B4-BE49-F238E27FC236}">
                  <a16:creationId xmlns:a16="http://schemas.microsoft.com/office/drawing/2014/main" id="{D0501AF8-FBEC-BA29-A11E-F64E9340EFCB}"/>
                </a:ext>
              </a:extLst>
            </p:cNvPr>
            <p:cNvCxnSpPr>
              <a:cxnSpLocks/>
            </p:cNvCxnSpPr>
            <p:nvPr/>
          </p:nvCxnSpPr>
          <p:spPr>
            <a:xfrm>
              <a:off x="4004734" y="1405673"/>
              <a:ext cx="793488" cy="616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8" name="TextBox 457">
            <a:extLst>
              <a:ext uri="{FF2B5EF4-FFF2-40B4-BE49-F238E27FC236}">
                <a16:creationId xmlns:a16="http://schemas.microsoft.com/office/drawing/2014/main" id="{ADBC0AF7-940D-F958-075D-39C3E58AE26D}"/>
              </a:ext>
            </a:extLst>
          </p:cNvPr>
          <p:cNvSpPr txBox="1"/>
          <p:nvPr/>
        </p:nvSpPr>
        <p:spPr>
          <a:xfrm>
            <a:off x="2114223" y="2498411"/>
            <a:ext cx="133597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dirty="0">
                <a:solidFill>
                  <a:srgbClr val="1A1A1A"/>
                </a:solidFill>
                <a:latin typeface="Avenir Light" panose="020B0402020203020204" pitchFamily="34" charset="77"/>
              </a:rPr>
              <a:t>average causal</a:t>
            </a:r>
          </a:p>
          <a:p>
            <a:pPr algn="ctr"/>
            <a:r>
              <a:rPr lang="en-GB" sz="1050" dirty="0">
                <a:solidFill>
                  <a:srgbClr val="1A1A1A"/>
                </a:solidFill>
                <a:latin typeface="Avenir Light" panose="020B0402020203020204" pitchFamily="34" charset="77"/>
              </a:rPr>
              <a:t>mediation effect</a:t>
            </a:r>
          </a:p>
        </p:txBody>
      </p:sp>
      <p:pic>
        <p:nvPicPr>
          <p:cNvPr id="463" name="Graphic 462">
            <a:extLst>
              <a:ext uri="{FF2B5EF4-FFF2-40B4-BE49-F238E27FC236}">
                <a16:creationId xmlns:a16="http://schemas.microsoft.com/office/drawing/2014/main" id="{F1AD1405-7F54-FB10-7F44-365F165B38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74021" y="911790"/>
            <a:ext cx="3163865" cy="5752482"/>
          </a:xfrm>
          <a:prstGeom prst="rect">
            <a:avLst/>
          </a:prstGeom>
        </p:spPr>
      </p:pic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DDB649BB-74FC-68E9-DB91-856F698521E9}"/>
              </a:ext>
            </a:extLst>
          </p:cNvPr>
          <p:cNvCxnSpPr>
            <a:cxnSpLocks/>
          </p:cNvCxnSpPr>
          <p:nvPr/>
        </p:nvCxnSpPr>
        <p:spPr>
          <a:xfrm flipV="1">
            <a:off x="7865063" y="6262795"/>
            <a:ext cx="1224000" cy="10315"/>
          </a:xfrm>
          <a:prstGeom prst="straightConnector1">
            <a:avLst/>
          </a:prstGeom>
          <a:ln w="3175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F84F5582-7AF8-CAEF-2A99-0CF3D3413E98}"/>
              </a:ext>
            </a:extLst>
          </p:cNvPr>
          <p:cNvCxnSpPr>
            <a:cxnSpLocks/>
          </p:cNvCxnSpPr>
          <p:nvPr/>
        </p:nvCxnSpPr>
        <p:spPr>
          <a:xfrm flipV="1">
            <a:off x="6283682" y="6273110"/>
            <a:ext cx="1224000" cy="10315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TextBox 470">
            <a:extLst>
              <a:ext uri="{FF2B5EF4-FFF2-40B4-BE49-F238E27FC236}">
                <a16:creationId xmlns:a16="http://schemas.microsoft.com/office/drawing/2014/main" id="{C713D5E4-293C-AE39-2DCA-B26C7C49D3E3}"/>
              </a:ext>
            </a:extLst>
          </p:cNvPr>
          <p:cNvSpPr txBox="1"/>
          <p:nvPr/>
        </p:nvSpPr>
        <p:spPr>
          <a:xfrm>
            <a:off x="5707884" y="6136486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venir Light" panose="020B0402020203020204" pitchFamily="34" charset="77"/>
              </a:rPr>
              <a:t>Reject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3832E6E8-DDB1-2EDE-0793-28914BB4C2FE}"/>
              </a:ext>
            </a:extLst>
          </p:cNvPr>
          <p:cNvSpPr txBox="1"/>
          <p:nvPr/>
        </p:nvSpPr>
        <p:spPr>
          <a:xfrm>
            <a:off x="9055403" y="6119552"/>
            <a:ext cx="668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venir Light" panose="020B0402020203020204" pitchFamily="34" charset="77"/>
              </a:rPr>
              <a:t>Accept</a:t>
            </a:r>
          </a:p>
        </p:txBody>
      </p:sp>
    </p:spTree>
    <p:extLst>
      <p:ext uri="{BB962C8B-B14F-4D97-AF65-F5344CB8AC3E}">
        <p14:creationId xmlns:p14="http://schemas.microsoft.com/office/powerpoint/2010/main" val="1838990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29</Words>
  <Application>Microsoft Macintosh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D'Ambrogio</dc:creator>
  <cp:lastModifiedBy>Simone D'Ambrogio</cp:lastModifiedBy>
  <cp:revision>120</cp:revision>
  <dcterms:created xsi:type="dcterms:W3CDTF">2025-04-04T12:37:33Z</dcterms:created>
  <dcterms:modified xsi:type="dcterms:W3CDTF">2025-07-03T19:08:18Z</dcterms:modified>
</cp:coreProperties>
</file>