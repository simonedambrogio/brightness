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5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CACE"/>
    <a:srgbClr val="415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4719"/>
  </p:normalViewPr>
  <p:slideViewPr>
    <p:cSldViewPr snapToGrid="0" showGuides="1">
      <p:cViewPr varScale="1">
        <p:scale>
          <a:sx n="144" d="100"/>
          <a:sy n="144" d="100"/>
        </p:scale>
        <p:origin x="1360" y="184"/>
      </p:cViewPr>
      <p:guideLst>
        <p:guide orient="horz" pos="686"/>
        <p:guide pos="75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AF35D-AAFF-594B-81FD-7CDDE5E5A6E3}" type="datetimeFigureOut">
              <a:rPr lang="en-US" smtClean="0"/>
              <a:t>7/5/25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D6A1E-94C4-744E-AD91-6B0CA8200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60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D6A1E-94C4-744E-AD91-6B0CA8200A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17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0415-2459-6028-928C-C66D7954A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219A4-93AB-DF9B-05BE-F458AF45D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E6763-9098-72CB-5D92-090983F6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A6A10-AC4A-47EE-15E6-2CAC765C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8DC97-116E-100F-4B04-4B9CE7C0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6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3804-DCE7-77BF-DA3D-81DEA831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DBFB-1FDD-A973-C501-C34389A31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7997B-AF83-D82D-6E2A-A8E900A5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6B7E8-F999-1DCE-BB6C-CF9BAD6E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7BFAE-287E-5E61-6CF4-336C1211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0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13E8C-CD2D-713A-9F81-2493BF7A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BED9B-2F4E-C75B-08DE-198F12266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1371-8D72-0B0A-2844-37F87ED8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2ECD3-1288-9A99-55EE-01EB4F66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E8AF2-AF9E-2B6F-E3BE-D37033D3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5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15AF-6574-2846-C2E7-03DE52E5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3B8AD-E68A-D831-0D32-67F8D215D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3F351-19C2-8126-C2AF-693119732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03996-DB40-D9FE-87D5-DE938F80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8797B-F263-C58B-59F2-B950A488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0721F-4C3A-418D-EF38-2E1F782D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0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A6F7-C5F6-5702-9AAF-9CD6EF67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83281-0E78-5DDF-0DF0-5895D698F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75B8F-A956-9244-F325-E29050961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00AA0-7554-A41B-64BB-9A22130D7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E7BBC-DD31-E8EC-3BE5-993F0D936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563B2-51BF-EAD0-4890-3D39C2A7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291BF-079C-5E34-5C78-11A2BAB7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177CEF-8C4A-F63C-AA25-85452F56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7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48AA-52AA-3AF6-9303-CC7808A9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1A2A1-200C-D991-8508-69189547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EFAD9-BC6A-A7CE-E680-97919BB0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DFAF5-DF14-B20B-1795-B14DA6E2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4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112A9-879F-40A3-8012-CD13410D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E1871-DAC5-EF29-A361-F222790F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FB51-9E58-1EDA-959E-B5ED0B6B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13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CC6A-5160-F16B-EEF3-7CA627AB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96880-6B51-9EFD-10E4-A144323BD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FE77C-9216-6558-39F4-8D9970704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65154-7AB4-9038-023F-DC23AADB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64D0F-C93C-48BE-7FB2-7A98308B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2F546-2BAE-6810-D575-40AFA92B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8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4F3B-664F-7BE2-5CC0-67224DDB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25001-F5AB-70DF-3D4E-E8602E081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2D876-1ADC-7784-2F76-1CD3F501E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63D7A-0E02-BDFB-A6AA-DC5ABCCD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75AE0-5C85-8963-F501-B6346726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DF2A4-AF5E-3324-01E4-849FBC9B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9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4AC8-ECEB-2C78-20C6-B7D8A298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C12EB-71B6-2446-6AB0-134E5F9B1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3D198-DD7C-CBED-9A01-E5B285D2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6DBF-3D5B-B62E-C306-CED7B6F1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2C7DD-40DF-2C3F-14F3-A6031B00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7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D5473-F948-F61C-8870-F2969BCD0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60AC6-46EF-7BFB-76BC-90C235648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6DA26-CE07-B310-7408-8DBC4B43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A2E00-153C-A8C8-8F8F-AE4612D3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068E4-74FC-A63C-287E-2659124C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9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18734-53DB-4FE8-0E9B-57507B718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12DAB-C578-D043-413F-B6C945F1D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4401-99D4-161D-37CD-F9FE9916E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8E0E9-8D9B-3341-862B-D1A4A4156D8D}" type="datetimeFigureOut">
              <a:rPr lang="en-US" smtClean="0"/>
              <a:t>7/5/25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D0767-889D-D83A-DF7C-22AEAEFC6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12BFA-19F5-2A32-39F5-F43C94FE4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8B94C-05FC-8D43-B185-74EA70D2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7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F029FC-AE36-EA0E-11F4-FC62A6390E01}"/>
              </a:ext>
            </a:extLst>
          </p:cNvPr>
          <p:cNvGrpSpPr/>
          <p:nvPr/>
        </p:nvGrpSpPr>
        <p:grpSpPr>
          <a:xfrm>
            <a:off x="3811626" y="1143607"/>
            <a:ext cx="2113471" cy="1457864"/>
            <a:chOff x="1647646" y="1595561"/>
            <a:chExt cx="2113471" cy="14578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FDAEFE-390B-4550-8A46-1ACABD9986A0}"/>
                </a:ext>
              </a:extLst>
            </p:cNvPr>
            <p:cNvSpPr/>
            <p:nvPr/>
          </p:nvSpPr>
          <p:spPr>
            <a:xfrm>
              <a:off x="1647646" y="1595561"/>
              <a:ext cx="2113471" cy="14578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0892ED-FC20-4BC9-9B45-97454C7B5C9D}"/>
                </a:ext>
              </a:extLst>
            </p:cNvPr>
            <p:cNvSpPr txBox="1"/>
            <p:nvPr/>
          </p:nvSpPr>
          <p:spPr>
            <a:xfrm>
              <a:off x="1889185" y="2001328"/>
              <a:ext cx="7521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Avenir Light" panose="020B0402020203020204" pitchFamily="34" charset="77"/>
                </a:rPr>
                <a:t>+7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B897AC-3CE2-07C5-EC1B-F6762D2EACDC}"/>
                </a:ext>
              </a:extLst>
            </p:cNvPr>
            <p:cNvSpPr txBox="1"/>
            <p:nvPr/>
          </p:nvSpPr>
          <p:spPr>
            <a:xfrm>
              <a:off x="2825151" y="2001327"/>
              <a:ext cx="5982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chemeClr val="bg1">
                      <a:lumMod val="50000"/>
                    </a:schemeClr>
                  </a:solidFill>
                  <a:latin typeface="Avenir Light" panose="020B0402020203020204" pitchFamily="34" charset="77"/>
                </a:rPr>
                <a:t>-5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26F6CE-AAB6-A072-536B-959BACF363D2}"/>
              </a:ext>
            </a:extLst>
          </p:cNvPr>
          <p:cNvGrpSpPr/>
          <p:nvPr/>
        </p:nvGrpSpPr>
        <p:grpSpPr>
          <a:xfrm>
            <a:off x="3811627" y="3881518"/>
            <a:ext cx="2113471" cy="1457864"/>
            <a:chOff x="1647646" y="1595561"/>
            <a:chExt cx="2113471" cy="14578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329F6B-1C3B-C17F-9709-0FBF84C104CB}"/>
                </a:ext>
              </a:extLst>
            </p:cNvPr>
            <p:cNvSpPr/>
            <p:nvPr/>
          </p:nvSpPr>
          <p:spPr>
            <a:xfrm>
              <a:off x="1647646" y="1595561"/>
              <a:ext cx="2113471" cy="14578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A60482F-47ED-45B7-97F8-44E78405BE92}"/>
                </a:ext>
              </a:extLst>
            </p:cNvPr>
            <p:cNvSpPr txBox="1"/>
            <p:nvPr/>
          </p:nvSpPr>
          <p:spPr>
            <a:xfrm>
              <a:off x="1889185" y="2001328"/>
              <a:ext cx="7521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chemeClr val="bg1">
                      <a:lumMod val="50000"/>
                    </a:schemeClr>
                  </a:solidFill>
                  <a:latin typeface="Avenir Light" panose="020B0402020203020204" pitchFamily="34" charset="77"/>
                </a:rPr>
                <a:t>+7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10DBF2-ECC7-5182-1EA4-740182A09900}"/>
                </a:ext>
              </a:extLst>
            </p:cNvPr>
            <p:cNvSpPr txBox="1"/>
            <p:nvPr/>
          </p:nvSpPr>
          <p:spPr>
            <a:xfrm>
              <a:off x="2825151" y="2001327"/>
              <a:ext cx="5982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Avenir Light" panose="020B0402020203020204" pitchFamily="34" charset="77"/>
                </a:rPr>
                <a:t>-5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24ACA8-C9BF-2A16-28B9-60BB2C040D04}"/>
              </a:ext>
            </a:extLst>
          </p:cNvPr>
          <p:cNvGrpSpPr/>
          <p:nvPr/>
        </p:nvGrpSpPr>
        <p:grpSpPr>
          <a:xfrm>
            <a:off x="380387" y="2514882"/>
            <a:ext cx="2113471" cy="1457864"/>
            <a:chOff x="1647646" y="1595561"/>
            <a:chExt cx="2113471" cy="145786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493F28-EE78-7843-0141-1D2E7401E5F8}"/>
                </a:ext>
              </a:extLst>
            </p:cNvPr>
            <p:cNvSpPr/>
            <p:nvPr/>
          </p:nvSpPr>
          <p:spPr>
            <a:xfrm>
              <a:off x="1647646" y="1595561"/>
              <a:ext cx="2113471" cy="14578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9780B2-09DC-770D-A902-E7C504C8CA89}"/>
                </a:ext>
              </a:extLst>
            </p:cNvPr>
            <p:cNvSpPr txBox="1"/>
            <p:nvPr/>
          </p:nvSpPr>
          <p:spPr>
            <a:xfrm>
              <a:off x="2401253" y="1908995"/>
              <a:ext cx="60625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Avenir Light" panose="020B0402020203020204" pitchFamily="34" charset="77"/>
                </a:rPr>
                <a:t>+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68B200A-9385-3FEB-573D-718FAF213B68}"/>
              </a:ext>
            </a:extLst>
          </p:cNvPr>
          <p:cNvSpPr>
            <a:spLocks noChangeAspect="1"/>
          </p:cNvSpPr>
          <p:nvPr/>
        </p:nvSpPr>
        <p:spPr>
          <a:xfrm>
            <a:off x="3746290" y="1098540"/>
            <a:ext cx="2244141" cy="1548000"/>
          </a:xfrm>
          <a:prstGeom prst="rect">
            <a:avLst/>
          </a:prstGeom>
          <a:noFill/>
          <a:ln>
            <a:solidFill>
              <a:srgbClr val="415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B88B97-B922-82B3-36AE-3D6C9972A367}"/>
              </a:ext>
            </a:extLst>
          </p:cNvPr>
          <p:cNvSpPr>
            <a:spLocks noChangeAspect="1"/>
          </p:cNvSpPr>
          <p:nvPr/>
        </p:nvSpPr>
        <p:spPr>
          <a:xfrm>
            <a:off x="3746290" y="3836449"/>
            <a:ext cx="2244141" cy="1548000"/>
          </a:xfrm>
          <a:prstGeom prst="rect">
            <a:avLst/>
          </a:prstGeom>
          <a:noFill/>
          <a:ln>
            <a:solidFill>
              <a:srgbClr val="71CA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B637EA6F-76F6-14D4-0022-2770785658C4}"/>
              </a:ext>
            </a:extLst>
          </p:cNvPr>
          <p:cNvSpPr/>
          <p:nvPr/>
        </p:nvSpPr>
        <p:spPr>
          <a:xfrm>
            <a:off x="1616840" y="1877179"/>
            <a:ext cx="1854679" cy="457200"/>
          </a:xfrm>
          <a:custGeom>
            <a:avLst/>
            <a:gdLst>
              <a:gd name="connsiteX0" fmla="*/ 0 w 1854679"/>
              <a:gd name="connsiteY0" fmla="*/ 457200 h 457200"/>
              <a:gd name="connsiteX1" fmla="*/ 448573 w 1854679"/>
              <a:gd name="connsiteY1" fmla="*/ 112143 h 457200"/>
              <a:gd name="connsiteX2" fmla="*/ 1854679 w 1854679"/>
              <a:gd name="connsiteY2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4679" h="457200">
                <a:moveTo>
                  <a:pt x="0" y="457200"/>
                </a:moveTo>
                <a:cubicBezTo>
                  <a:pt x="69730" y="322771"/>
                  <a:pt x="139460" y="188343"/>
                  <a:pt x="448573" y="112143"/>
                </a:cubicBezTo>
                <a:cubicBezTo>
                  <a:pt x="757686" y="35943"/>
                  <a:pt x="1306182" y="17971"/>
                  <a:pt x="1854679" y="0"/>
                </a:cubicBezTo>
              </a:path>
            </a:pathLst>
          </a:custGeom>
          <a:noFill/>
          <a:ln w="19050">
            <a:solidFill>
              <a:srgbClr val="4155A5"/>
            </a:solidFill>
            <a:tailEnd type="stealth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B468A314-F441-F201-FCDE-FEA06BCCAC5D}"/>
              </a:ext>
            </a:extLst>
          </p:cNvPr>
          <p:cNvSpPr/>
          <p:nvPr/>
        </p:nvSpPr>
        <p:spPr>
          <a:xfrm flipV="1">
            <a:off x="1683694" y="4153249"/>
            <a:ext cx="1854679" cy="457200"/>
          </a:xfrm>
          <a:custGeom>
            <a:avLst/>
            <a:gdLst>
              <a:gd name="connsiteX0" fmla="*/ 0 w 1854679"/>
              <a:gd name="connsiteY0" fmla="*/ 457200 h 457200"/>
              <a:gd name="connsiteX1" fmla="*/ 448573 w 1854679"/>
              <a:gd name="connsiteY1" fmla="*/ 112143 h 457200"/>
              <a:gd name="connsiteX2" fmla="*/ 1854679 w 1854679"/>
              <a:gd name="connsiteY2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4679" h="457200">
                <a:moveTo>
                  <a:pt x="0" y="457200"/>
                </a:moveTo>
                <a:cubicBezTo>
                  <a:pt x="69730" y="322771"/>
                  <a:pt x="139460" y="188343"/>
                  <a:pt x="448573" y="112143"/>
                </a:cubicBezTo>
                <a:cubicBezTo>
                  <a:pt x="757686" y="35943"/>
                  <a:pt x="1306182" y="17971"/>
                  <a:pt x="1854679" y="0"/>
                </a:cubicBezTo>
              </a:path>
            </a:pathLst>
          </a:custGeom>
          <a:noFill/>
          <a:ln w="19050">
            <a:solidFill>
              <a:srgbClr val="71CACE"/>
            </a:solidFill>
            <a:tailEnd type="stealth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5779E1-9A7B-5430-07EA-A3646ED250F7}"/>
              </a:ext>
            </a:extLst>
          </p:cNvPr>
          <p:cNvSpPr>
            <a:spLocks noChangeAspect="1"/>
          </p:cNvSpPr>
          <p:nvPr/>
        </p:nvSpPr>
        <p:spPr>
          <a:xfrm>
            <a:off x="300038" y="2469814"/>
            <a:ext cx="2244141" cy="154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36231F-7007-A3FB-5EA5-B30902E7B8C9}"/>
              </a:ext>
            </a:extLst>
          </p:cNvPr>
          <p:cNvSpPr txBox="1"/>
          <p:nvPr/>
        </p:nvSpPr>
        <p:spPr>
          <a:xfrm>
            <a:off x="1740250" y="1420781"/>
            <a:ext cx="1635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Light" panose="020B0402020203020204" pitchFamily="34" charset="77"/>
              </a:rPr>
              <a:t>Gain is Salient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32A1CD-8F41-73B9-037B-0766E9C7A00A}"/>
              </a:ext>
            </a:extLst>
          </p:cNvPr>
          <p:cNvSpPr txBox="1"/>
          <p:nvPr/>
        </p:nvSpPr>
        <p:spPr>
          <a:xfrm>
            <a:off x="1740250" y="4775749"/>
            <a:ext cx="16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Light" panose="020B0402020203020204" pitchFamily="34" charset="77"/>
              </a:rPr>
              <a:t>Loss is Salient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ADC84CC4-E4AA-CBD1-8DD9-958A772B8B30}"/>
              </a:ext>
            </a:extLst>
          </p:cNvPr>
          <p:cNvSpPr>
            <a:spLocks noChangeAspect="1"/>
          </p:cNvSpPr>
          <p:nvPr/>
        </p:nvSpPr>
        <p:spPr>
          <a:xfrm>
            <a:off x="4542953" y="2973565"/>
            <a:ext cx="650815" cy="648000"/>
          </a:xfrm>
          <a:custGeom>
            <a:avLst/>
            <a:gdLst>
              <a:gd name="connsiteX0" fmla="*/ 855659 w 855659"/>
              <a:gd name="connsiteY0" fmla="*/ 414963 h 851960"/>
              <a:gd name="connsiteX1" fmla="*/ 831628 w 855659"/>
              <a:gd name="connsiteY1" fmla="*/ 414963 h 851960"/>
              <a:gd name="connsiteX2" fmla="*/ 436293 w 855659"/>
              <a:gd name="connsiteY2" fmla="*/ 22280 h 851960"/>
              <a:gd name="connsiteX3" fmla="*/ 436293 w 855659"/>
              <a:gd name="connsiteY3" fmla="*/ 0 h 851960"/>
              <a:gd name="connsiteX4" fmla="*/ 417243 w 855659"/>
              <a:gd name="connsiteY4" fmla="*/ 0 h 851960"/>
              <a:gd name="connsiteX5" fmla="*/ 417243 w 855659"/>
              <a:gd name="connsiteY5" fmla="*/ 22299 h 851960"/>
              <a:gd name="connsiteX6" fmla="*/ 22441 w 855659"/>
              <a:gd name="connsiteY6" fmla="*/ 414963 h 851960"/>
              <a:gd name="connsiteX7" fmla="*/ 0 w 855659"/>
              <a:gd name="connsiteY7" fmla="*/ 414963 h 851960"/>
              <a:gd name="connsiteX8" fmla="*/ 0 w 855659"/>
              <a:gd name="connsiteY8" fmla="*/ 433861 h 851960"/>
              <a:gd name="connsiteX9" fmla="*/ 22489 w 855659"/>
              <a:gd name="connsiteY9" fmla="*/ 433861 h 851960"/>
              <a:gd name="connsiteX10" fmla="*/ 417509 w 855659"/>
              <a:gd name="connsiteY10" fmla="*/ 824965 h 851960"/>
              <a:gd name="connsiteX11" fmla="*/ 417509 w 855659"/>
              <a:gd name="connsiteY11" fmla="*/ 851961 h 851960"/>
              <a:gd name="connsiteX12" fmla="*/ 436559 w 855659"/>
              <a:gd name="connsiteY12" fmla="*/ 851961 h 851960"/>
              <a:gd name="connsiteX13" fmla="*/ 436559 w 855659"/>
              <a:gd name="connsiteY13" fmla="*/ 824965 h 851960"/>
              <a:gd name="connsiteX14" fmla="*/ 831590 w 855659"/>
              <a:gd name="connsiteY14" fmla="*/ 433861 h 851960"/>
              <a:gd name="connsiteX15" fmla="*/ 855659 w 855659"/>
              <a:gd name="connsiteY15" fmla="*/ 433861 h 851960"/>
              <a:gd name="connsiteX16" fmla="*/ 855659 w 855659"/>
              <a:gd name="connsiteY16" fmla="*/ 414963 h 851960"/>
              <a:gd name="connsiteX17" fmla="*/ 812578 w 855659"/>
              <a:gd name="connsiteY17" fmla="*/ 414963 h 851960"/>
              <a:gd name="connsiteX18" fmla="*/ 736378 w 855659"/>
              <a:gd name="connsiteY18" fmla="*/ 414963 h 851960"/>
              <a:gd name="connsiteX19" fmla="*/ 436293 w 855659"/>
              <a:gd name="connsiteY19" fmla="*/ 116768 h 851960"/>
              <a:gd name="connsiteX20" fmla="*/ 436293 w 855659"/>
              <a:gd name="connsiteY20" fmla="*/ 41178 h 851960"/>
              <a:gd name="connsiteX21" fmla="*/ 812578 w 855659"/>
              <a:gd name="connsiteY21" fmla="*/ 414963 h 851960"/>
              <a:gd name="connsiteX22" fmla="*/ 717290 w 855659"/>
              <a:gd name="connsiteY22" fmla="*/ 433861 h 851960"/>
              <a:gd name="connsiteX23" fmla="*/ 436559 w 855659"/>
              <a:gd name="connsiteY23" fmla="*/ 711580 h 851960"/>
              <a:gd name="connsiteX24" fmla="*/ 436559 w 855659"/>
              <a:gd name="connsiteY24" fmla="*/ 585826 h 851960"/>
              <a:gd name="connsiteX25" fmla="*/ 417509 w 855659"/>
              <a:gd name="connsiteY25" fmla="*/ 585826 h 851960"/>
              <a:gd name="connsiteX26" fmla="*/ 417509 w 855659"/>
              <a:gd name="connsiteY26" fmla="*/ 711580 h 851960"/>
              <a:gd name="connsiteX27" fmla="*/ 136779 w 855659"/>
              <a:gd name="connsiteY27" fmla="*/ 433861 h 851960"/>
              <a:gd name="connsiteX28" fmla="*/ 189700 w 855659"/>
              <a:gd name="connsiteY28" fmla="*/ 433861 h 851960"/>
              <a:gd name="connsiteX29" fmla="*/ 189700 w 855659"/>
              <a:gd name="connsiteY29" fmla="*/ 414963 h 851960"/>
              <a:gd name="connsiteX30" fmla="*/ 136741 w 855659"/>
              <a:gd name="connsiteY30" fmla="*/ 414963 h 851960"/>
              <a:gd name="connsiteX31" fmla="*/ 417233 w 855659"/>
              <a:gd name="connsiteY31" fmla="*/ 135685 h 851960"/>
              <a:gd name="connsiteX32" fmla="*/ 417233 w 855659"/>
              <a:gd name="connsiteY32" fmla="*/ 267722 h 851960"/>
              <a:gd name="connsiteX33" fmla="*/ 436283 w 855659"/>
              <a:gd name="connsiteY33" fmla="*/ 267722 h 851960"/>
              <a:gd name="connsiteX34" fmla="*/ 436283 w 855659"/>
              <a:gd name="connsiteY34" fmla="*/ 135666 h 851960"/>
              <a:gd name="connsiteX35" fmla="*/ 717318 w 855659"/>
              <a:gd name="connsiteY35" fmla="*/ 414963 h 851960"/>
              <a:gd name="connsiteX36" fmla="*/ 664369 w 855659"/>
              <a:gd name="connsiteY36" fmla="*/ 414963 h 851960"/>
              <a:gd name="connsiteX37" fmla="*/ 664369 w 855659"/>
              <a:gd name="connsiteY37" fmla="*/ 433861 h 851960"/>
              <a:gd name="connsiteX38" fmla="*/ 717290 w 855659"/>
              <a:gd name="connsiteY38" fmla="*/ 433861 h 851960"/>
              <a:gd name="connsiteX39" fmla="*/ 417243 w 855659"/>
              <a:gd name="connsiteY39" fmla="*/ 41197 h 851960"/>
              <a:gd name="connsiteX40" fmla="*/ 417243 w 855659"/>
              <a:gd name="connsiteY40" fmla="*/ 116787 h 851960"/>
              <a:gd name="connsiteX41" fmla="*/ 117691 w 855659"/>
              <a:gd name="connsiteY41" fmla="*/ 414963 h 851960"/>
              <a:gd name="connsiteX42" fmla="*/ 41491 w 855659"/>
              <a:gd name="connsiteY42" fmla="*/ 414963 h 851960"/>
              <a:gd name="connsiteX43" fmla="*/ 417243 w 855659"/>
              <a:gd name="connsiteY43" fmla="*/ 41197 h 851960"/>
              <a:gd name="connsiteX44" fmla="*/ 41529 w 855659"/>
              <a:gd name="connsiteY44" fmla="*/ 433861 h 851960"/>
              <a:gd name="connsiteX45" fmla="*/ 117729 w 855659"/>
              <a:gd name="connsiteY45" fmla="*/ 433861 h 851960"/>
              <a:gd name="connsiteX46" fmla="*/ 417509 w 855659"/>
              <a:gd name="connsiteY46" fmla="*/ 730477 h 851960"/>
              <a:gd name="connsiteX47" fmla="*/ 417509 w 855659"/>
              <a:gd name="connsiteY47" fmla="*/ 806068 h 851960"/>
              <a:gd name="connsiteX48" fmla="*/ 41529 w 855659"/>
              <a:gd name="connsiteY48" fmla="*/ 433861 h 851960"/>
              <a:gd name="connsiteX49" fmla="*/ 436559 w 855659"/>
              <a:gd name="connsiteY49" fmla="*/ 806068 h 851960"/>
              <a:gd name="connsiteX50" fmla="*/ 436559 w 855659"/>
              <a:gd name="connsiteY50" fmla="*/ 730477 h 851960"/>
              <a:gd name="connsiteX51" fmla="*/ 736340 w 855659"/>
              <a:gd name="connsiteY51" fmla="*/ 433861 h 851960"/>
              <a:gd name="connsiteX52" fmla="*/ 812540 w 855659"/>
              <a:gd name="connsiteY52" fmla="*/ 433861 h 851960"/>
              <a:gd name="connsiteX53" fmla="*/ 436559 w 855659"/>
              <a:gd name="connsiteY53" fmla="*/ 806068 h 851960"/>
              <a:gd name="connsiteX54" fmla="*/ 427034 w 855659"/>
              <a:gd name="connsiteY54" fmla="*/ 281896 h 851960"/>
              <a:gd name="connsiteX55" fmla="*/ 204988 w 855659"/>
              <a:gd name="connsiteY55" fmla="*/ 418109 h 851960"/>
              <a:gd name="connsiteX56" fmla="*/ 200987 w 855659"/>
              <a:gd name="connsiteY56" fmla="*/ 423628 h 851960"/>
              <a:gd name="connsiteX57" fmla="*/ 204988 w 855659"/>
              <a:gd name="connsiteY57" fmla="*/ 429146 h 851960"/>
              <a:gd name="connsiteX58" fmla="*/ 427034 w 855659"/>
              <a:gd name="connsiteY58" fmla="*/ 565360 h 851960"/>
              <a:gd name="connsiteX59" fmla="*/ 649081 w 855659"/>
              <a:gd name="connsiteY59" fmla="*/ 429146 h 851960"/>
              <a:gd name="connsiteX60" fmla="*/ 653082 w 855659"/>
              <a:gd name="connsiteY60" fmla="*/ 423628 h 851960"/>
              <a:gd name="connsiteX61" fmla="*/ 649072 w 855659"/>
              <a:gd name="connsiteY61" fmla="*/ 418109 h 851960"/>
              <a:gd name="connsiteX62" fmla="*/ 427034 w 855659"/>
              <a:gd name="connsiteY62" fmla="*/ 281896 h 851960"/>
              <a:gd name="connsiteX63" fmla="*/ 439179 w 855659"/>
              <a:gd name="connsiteY63" fmla="*/ 541936 h 851960"/>
              <a:gd name="connsiteX64" fmla="*/ 319421 w 855659"/>
              <a:gd name="connsiteY64" fmla="*/ 423127 h 851960"/>
              <a:gd name="connsiteX65" fmla="*/ 439179 w 855659"/>
              <a:gd name="connsiteY65" fmla="*/ 304318 h 851960"/>
              <a:gd name="connsiteX66" fmla="*/ 444646 w 855659"/>
              <a:gd name="connsiteY66" fmla="*/ 304592 h 851960"/>
              <a:gd name="connsiteX67" fmla="*/ 361150 w 855659"/>
              <a:gd name="connsiteY67" fmla="*/ 397511 h 851960"/>
              <a:gd name="connsiteX68" fmla="*/ 455476 w 855659"/>
              <a:gd name="connsiteY68" fmla="*/ 491082 h 851960"/>
              <a:gd name="connsiteX69" fmla="*/ 549821 w 855659"/>
              <a:gd name="connsiteY69" fmla="*/ 397511 h 851960"/>
              <a:gd name="connsiteX70" fmla="*/ 544268 w 855659"/>
              <a:gd name="connsiteY70" fmla="*/ 366198 h 851960"/>
              <a:gd name="connsiteX71" fmla="*/ 558956 w 855659"/>
              <a:gd name="connsiteY71" fmla="*/ 423127 h 851960"/>
              <a:gd name="connsiteX72" fmla="*/ 439179 w 855659"/>
              <a:gd name="connsiteY72" fmla="*/ 541936 h 851960"/>
              <a:gd name="connsiteX73" fmla="*/ 533048 w 855659"/>
              <a:gd name="connsiteY73" fmla="*/ 349539 h 851960"/>
              <a:gd name="connsiteX74" fmla="*/ 535153 w 855659"/>
              <a:gd name="connsiteY74" fmla="*/ 362135 h 851960"/>
              <a:gd name="connsiteX75" fmla="*/ 491147 w 855659"/>
              <a:gd name="connsiteY75" fmla="*/ 405788 h 851960"/>
              <a:gd name="connsiteX76" fmla="*/ 447151 w 855659"/>
              <a:gd name="connsiteY76" fmla="*/ 362135 h 851960"/>
              <a:gd name="connsiteX77" fmla="*/ 491147 w 855659"/>
              <a:gd name="connsiteY77" fmla="*/ 318481 h 851960"/>
              <a:gd name="connsiteX78" fmla="*/ 496834 w 855659"/>
              <a:gd name="connsiteY78" fmla="*/ 319029 h 851960"/>
              <a:gd name="connsiteX79" fmla="*/ 533048 w 855659"/>
              <a:gd name="connsiteY79" fmla="*/ 349539 h 851960"/>
              <a:gd name="connsiteX80" fmla="*/ 224704 w 855659"/>
              <a:gd name="connsiteY80" fmla="*/ 423628 h 851960"/>
              <a:gd name="connsiteX81" fmla="*/ 345691 w 855659"/>
              <a:gd name="connsiteY81" fmla="*/ 321628 h 851960"/>
              <a:gd name="connsiteX82" fmla="*/ 300371 w 855659"/>
              <a:gd name="connsiteY82" fmla="*/ 423127 h 851960"/>
              <a:gd name="connsiteX83" fmla="*/ 348167 w 855659"/>
              <a:gd name="connsiteY83" fmla="*/ 526856 h 851960"/>
              <a:gd name="connsiteX84" fmla="*/ 224704 w 855659"/>
              <a:gd name="connsiteY84" fmla="*/ 423628 h 851960"/>
              <a:gd name="connsiteX85" fmla="*/ 557784 w 855659"/>
              <a:gd name="connsiteY85" fmla="*/ 494333 h 851960"/>
              <a:gd name="connsiteX86" fmla="*/ 578015 w 855659"/>
              <a:gd name="connsiteY86" fmla="*/ 423117 h 851960"/>
              <a:gd name="connsiteX87" fmla="*/ 559051 w 855659"/>
              <a:gd name="connsiteY87" fmla="*/ 353971 h 851960"/>
              <a:gd name="connsiteX88" fmla="*/ 629364 w 855659"/>
              <a:gd name="connsiteY88" fmla="*/ 423637 h 851960"/>
              <a:gd name="connsiteX89" fmla="*/ 557784 w 855659"/>
              <a:gd name="connsiteY89" fmla="*/ 494333 h 85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855659" h="851960">
                <a:moveTo>
                  <a:pt x="855659" y="414963"/>
                </a:moveTo>
                <a:lnTo>
                  <a:pt x="831628" y="414963"/>
                </a:lnTo>
                <a:cubicBezTo>
                  <a:pt x="827027" y="200258"/>
                  <a:pt x="652663" y="27118"/>
                  <a:pt x="436293" y="22280"/>
                </a:cubicBezTo>
                <a:lnTo>
                  <a:pt x="436293" y="0"/>
                </a:lnTo>
                <a:lnTo>
                  <a:pt x="417243" y="0"/>
                </a:lnTo>
                <a:lnTo>
                  <a:pt x="417243" y="22299"/>
                </a:lnTo>
                <a:cubicBezTo>
                  <a:pt x="201120" y="27402"/>
                  <a:pt x="27032" y="200437"/>
                  <a:pt x="22441" y="414963"/>
                </a:cubicBezTo>
                <a:lnTo>
                  <a:pt x="0" y="414963"/>
                </a:lnTo>
                <a:lnTo>
                  <a:pt x="0" y="433861"/>
                </a:lnTo>
                <a:lnTo>
                  <a:pt x="22489" y="433861"/>
                </a:lnTo>
                <a:cubicBezTo>
                  <a:pt x="27889" y="647753"/>
                  <a:pt x="201797" y="820005"/>
                  <a:pt x="417509" y="824965"/>
                </a:cubicBezTo>
                <a:lnTo>
                  <a:pt x="417509" y="851961"/>
                </a:lnTo>
                <a:lnTo>
                  <a:pt x="436559" y="851961"/>
                </a:lnTo>
                <a:lnTo>
                  <a:pt x="436559" y="824965"/>
                </a:lnTo>
                <a:cubicBezTo>
                  <a:pt x="652272" y="820005"/>
                  <a:pt x="826170" y="647753"/>
                  <a:pt x="831590" y="433861"/>
                </a:cubicBezTo>
                <a:lnTo>
                  <a:pt x="855659" y="433861"/>
                </a:lnTo>
                <a:lnTo>
                  <a:pt x="855659" y="414963"/>
                </a:lnTo>
                <a:close/>
                <a:moveTo>
                  <a:pt x="812578" y="414963"/>
                </a:moveTo>
                <a:lnTo>
                  <a:pt x="736378" y="414963"/>
                </a:lnTo>
                <a:cubicBezTo>
                  <a:pt x="731825" y="252444"/>
                  <a:pt x="600056" y="121559"/>
                  <a:pt x="436293" y="116768"/>
                </a:cubicBezTo>
                <a:lnTo>
                  <a:pt x="436293" y="41178"/>
                </a:lnTo>
                <a:cubicBezTo>
                  <a:pt x="641823" y="46025"/>
                  <a:pt x="807968" y="211020"/>
                  <a:pt x="812578" y="414963"/>
                </a:cubicBezTo>
                <a:close/>
                <a:moveTo>
                  <a:pt x="717290" y="433861"/>
                </a:moveTo>
                <a:cubicBezTo>
                  <a:pt x="711937" y="584890"/>
                  <a:pt x="588912" y="706676"/>
                  <a:pt x="436559" y="711580"/>
                </a:cubicBezTo>
                <a:lnTo>
                  <a:pt x="436559" y="585826"/>
                </a:lnTo>
                <a:lnTo>
                  <a:pt x="417509" y="585826"/>
                </a:lnTo>
                <a:lnTo>
                  <a:pt x="417509" y="711580"/>
                </a:lnTo>
                <a:cubicBezTo>
                  <a:pt x="265147" y="706676"/>
                  <a:pt x="142132" y="584900"/>
                  <a:pt x="136779" y="433861"/>
                </a:cubicBezTo>
                <a:lnTo>
                  <a:pt x="189700" y="433861"/>
                </a:lnTo>
                <a:lnTo>
                  <a:pt x="189700" y="414963"/>
                </a:lnTo>
                <a:lnTo>
                  <a:pt x="136741" y="414963"/>
                </a:lnTo>
                <a:cubicBezTo>
                  <a:pt x="141294" y="263291"/>
                  <a:pt x="264481" y="140740"/>
                  <a:pt x="417233" y="135685"/>
                </a:cubicBezTo>
                <a:lnTo>
                  <a:pt x="417233" y="267722"/>
                </a:lnTo>
                <a:lnTo>
                  <a:pt x="436283" y="267722"/>
                </a:lnTo>
                <a:lnTo>
                  <a:pt x="436283" y="135666"/>
                </a:lnTo>
                <a:cubicBezTo>
                  <a:pt x="589283" y="140456"/>
                  <a:pt x="712765" y="263111"/>
                  <a:pt x="717318" y="414963"/>
                </a:cubicBezTo>
                <a:lnTo>
                  <a:pt x="664369" y="414963"/>
                </a:lnTo>
                <a:lnTo>
                  <a:pt x="664369" y="433861"/>
                </a:lnTo>
                <a:lnTo>
                  <a:pt x="717290" y="433861"/>
                </a:lnTo>
                <a:close/>
                <a:moveTo>
                  <a:pt x="417243" y="41197"/>
                </a:moveTo>
                <a:lnTo>
                  <a:pt x="417243" y="116787"/>
                </a:lnTo>
                <a:cubicBezTo>
                  <a:pt x="253727" y="121842"/>
                  <a:pt x="122234" y="252614"/>
                  <a:pt x="117691" y="414963"/>
                </a:cubicBezTo>
                <a:lnTo>
                  <a:pt x="41491" y="414963"/>
                </a:lnTo>
                <a:cubicBezTo>
                  <a:pt x="46091" y="211200"/>
                  <a:pt x="211960" y="46309"/>
                  <a:pt x="417243" y="41197"/>
                </a:cubicBezTo>
                <a:close/>
                <a:moveTo>
                  <a:pt x="41529" y="433861"/>
                </a:moveTo>
                <a:lnTo>
                  <a:pt x="117729" y="433861"/>
                </a:lnTo>
                <a:cubicBezTo>
                  <a:pt x="123082" y="595567"/>
                  <a:pt x="254394" y="725573"/>
                  <a:pt x="417509" y="730477"/>
                </a:cubicBezTo>
                <a:lnTo>
                  <a:pt x="417509" y="806068"/>
                </a:lnTo>
                <a:cubicBezTo>
                  <a:pt x="212636" y="801098"/>
                  <a:pt x="46949" y="637000"/>
                  <a:pt x="41529" y="433861"/>
                </a:cubicBezTo>
                <a:close/>
                <a:moveTo>
                  <a:pt x="436559" y="806068"/>
                </a:moveTo>
                <a:lnTo>
                  <a:pt x="436559" y="730477"/>
                </a:lnTo>
                <a:cubicBezTo>
                  <a:pt x="599675" y="725573"/>
                  <a:pt x="730987" y="595577"/>
                  <a:pt x="736340" y="433861"/>
                </a:cubicBezTo>
                <a:lnTo>
                  <a:pt x="812540" y="433861"/>
                </a:lnTo>
                <a:cubicBezTo>
                  <a:pt x="807110" y="637000"/>
                  <a:pt x="641442" y="801098"/>
                  <a:pt x="436559" y="806068"/>
                </a:cubicBezTo>
                <a:close/>
                <a:moveTo>
                  <a:pt x="427034" y="281896"/>
                </a:moveTo>
                <a:cubicBezTo>
                  <a:pt x="305191" y="281896"/>
                  <a:pt x="209026" y="412544"/>
                  <a:pt x="204988" y="418109"/>
                </a:cubicBezTo>
                <a:lnTo>
                  <a:pt x="200987" y="423628"/>
                </a:lnTo>
                <a:lnTo>
                  <a:pt x="204988" y="429146"/>
                </a:lnTo>
                <a:cubicBezTo>
                  <a:pt x="209026" y="434711"/>
                  <a:pt x="305191" y="565360"/>
                  <a:pt x="427034" y="565360"/>
                </a:cubicBezTo>
                <a:cubicBezTo>
                  <a:pt x="548878" y="565360"/>
                  <a:pt x="645052" y="434711"/>
                  <a:pt x="649081" y="429146"/>
                </a:cubicBezTo>
                <a:lnTo>
                  <a:pt x="653082" y="423628"/>
                </a:lnTo>
                <a:lnTo>
                  <a:pt x="649072" y="418109"/>
                </a:lnTo>
                <a:cubicBezTo>
                  <a:pt x="645052" y="412544"/>
                  <a:pt x="548878" y="281896"/>
                  <a:pt x="427034" y="281896"/>
                </a:cubicBezTo>
                <a:close/>
                <a:moveTo>
                  <a:pt x="439179" y="541936"/>
                </a:moveTo>
                <a:cubicBezTo>
                  <a:pt x="373142" y="541936"/>
                  <a:pt x="319421" y="488635"/>
                  <a:pt x="319421" y="423127"/>
                </a:cubicBezTo>
                <a:cubicBezTo>
                  <a:pt x="319421" y="357618"/>
                  <a:pt x="373142" y="304318"/>
                  <a:pt x="439179" y="304318"/>
                </a:cubicBezTo>
                <a:cubicBezTo>
                  <a:pt x="441017" y="304318"/>
                  <a:pt x="442827" y="304516"/>
                  <a:pt x="444646" y="304592"/>
                </a:cubicBezTo>
                <a:cubicBezTo>
                  <a:pt x="397659" y="309921"/>
                  <a:pt x="361150" y="349464"/>
                  <a:pt x="361150" y="397511"/>
                </a:cubicBezTo>
                <a:cubicBezTo>
                  <a:pt x="361150" y="449187"/>
                  <a:pt x="403384" y="491082"/>
                  <a:pt x="455476" y="491082"/>
                </a:cubicBezTo>
                <a:cubicBezTo>
                  <a:pt x="507587" y="491082"/>
                  <a:pt x="549821" y="449177"/>
                  <a:pt x="549821" y="397511"/>
                </a:cubicBezTo>
                <a:cubicBezTo>
                  <a:pt x="549821" y="386503"/>
                  <a:pt x="547792" y="375996"/>
                  <a:pt x="544268" y="366198"/>
                </a:cubicBezTo>
                <a:cubicBezTo>
                  <a:pt x="553612" y="383121"/>
                  <a:pt x="558956" y="402509"/>
                  <a:pt x="558956" y="423127"/>
                </a:cubicBezTo>
                <a:cubicBezTo>
                  <a:pt x="558965" y="488635"/>
                  <a:pt x="505225" y="541936"/>
                  <a:pt x="439179" y="541936"/>
                </a:cubicBezTo>
                <a:close/>
                <a:moveTo>
                  <a:pt x="533048" y="349539"/>
                </a:moveTo>
                <a:cubicBezTo>
                  <a:pt x="534295" y="353536"/>
                  <a:pt x="535153" y="357713"/>
                  <a:pt x="535153" y="362135"/>
                </a:cubicBezTo>
                <a:cubicBezTo>
                  <a:pt x="535153" y="386239"/>
                  <a:pt x="515455" y="405788"/>
                  <a:pt x="491147" y="405788"/>
                </a:cubicBezTo>
                <a:cubicBezTo>
                  <a:pt x="466849" y="405788"/>
                  <a:pt x="447151" y="386239"/>
                  <a:pt x="447151" y="362135"/>
                </a:cubicBezTo>
                <a:cubicBezTo>
                  <a:pt x="447151" y="338031"/>
                  <a:pt x="466849" y="318481"/>
                  <a:pt x="491147" y="318481"/>
                </a:cubicBezTo>
                <a:cubicBezTo>
                  <a:pt x="493090" y="318481"/>
                  <a:pt x="494948" y="318784"/>
                  <a:pt x="496834" y="319029"/>
                </a:cubicBezTo>
                <a:cubicBezTo>
                  <a:pt x="510873" y="326711"/>
                  <a:pt x="523151" y="337143"/>
                  <a:pt x="533048" y="349539"/>
                </a:cubicBezTo>
                <a:close/>
                <a:moveTo>
                  <a:pt x="224704" y="423628"/>
                </a:moveTo>
                <a:cubicBezTo>
                  <a:pt x="238544" y="406204"/>
                  <a:pt x="284826" y="351864"/>
                  <a:pt x="345691" y="321628"/>
                </a:cubicBezTo>
                <a:cubicBezTo>
                  <a:pt x="317916" y="346828"/>
                  <a:pt x="300371" y="382932"/>
                  <a:pt x="300371" y="423127"/>
                </a:cubicBezTo>
                <a:cubicBezTo>
                  <a:pt x="300371" y="464503"/>
                  <a:pt x="318945" y="501590"/>
                  <a:pt x="348167" y="526856"/>
                </a:cubicBezTo>
                <a:cubicBezTo>
                  <a:pt x="286112" y="496865"/>
                  <a:pt x="238735" y="441268"/>
                  <a:pt x="224704" y="423628"/>
                </a:cubicBezTo>
                <a:close/>
                <a:moveTo>
                  <a:pt x="557784" y="494333"/>
                </a:moveTo>
                <a:cubicBezTo>
                  <a:pt x="570538" y="473527"/>
                  <a:pt x="578015" y="449205"/>
                  <a:pt x="578015" y="423117"/>
                </a:cubicBezTo>
                <a:cubicBezTo>
                  <a:pt x="578015" y="397898"/>
                  <a:pt x="571033" y="374314"/>
                  <a:pt x="559051" y="353971"/>
                </a:cubicBezTo>
                <a:cubicBezTo>
                  <a:pt x="594227" y="381344"/>
                  <a:pt x="619706" y="411486"/>
                  <a:pt x="629364" y="423637"/>
                </a:cubicBezTo>
                <a:cubicBezTo>
                  <a:pt x="619592" y="435949"/>
                  <a:pt x="593627" y="466695"/>
                  <a:pt x="557784" y="49433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75EF89-86B8-0B50-8D6C-823EC6E7AB98}"/>
              </a:ext>
            </a:extLst>
          </p:cNvPr>
          <p:cNvCxnSpPr/>
          <p:nvPr/>
        </p:nvCxnSpPr>
        <p:spPr>
          <a:xfrm>
            <a:off x="380387" y="6315768"/>
            <a:ext cx="6351917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F0F4922-FE95-FE3C-8FAA-9CA34DACB674}"/>
              </a:ext>
            </a:extLst>
          </p:cNvPr>
          <p:cNvSpPr txBox="1"/>
          <p:nvPr/>
        </p:nvSpPr>
        <p:spPr>
          <a:xfrm>
            <a:off x="657101" y="5891734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Light" panose="020B0402020203020204" pitchFamily="34" charset="77"/>
              </a:rPr>
              <a:t>2 – 4 seconds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89A69B-22CE-9D2D-E513-E42691074A96}"/>
              </a:ext>
            </a:extLst>
          </p:cNvPr>
          <p:cNvSpPr txBox="1"/>
          <p:nvPr/>
        </p:nvSpPr>
        <p:spPr>
          <a:xfrm>
            <a:off x="4173170" y="5891734"/>
            <a:ext cx="139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Light" panose="020B0402020203020204" pitchFamily="34" charset="77"/>
              </a:rPr>
              <a:t>Until choice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BFFF59-BC58-28EC-EE05-085F6BF05EE5}"/>
              </a:ext>
            </a:extLst>
          </p:cNvPr>
          <p:cNvSpPr txBox="1"/>
          <p:nvPr/>
        </p:nvSpPr>
        <p:spPr>
          <a:xfrm>
            <a:off x="5288251" y="3007237"/>
            <a:ext cx="1444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Light" panose="020B0402020203020204" pitchFamily="34" charset="77"/>
              </a:rPr>
              <a:t>Web-based</a:t>
            </a:r>
          </a:p>
          <a:p>
            <a:r>
              <a:rPr lang="en-US" dirty="0">
                <a:latin typeface="Avenir Light" panose="020B0402020203020204" pitchFamily="34" charset="77"/>
              </a:rPr>
              <a:t>eye-tracking</a:t>
            </a:r>
            <a:endParaRPr lang="en-US" dirty="0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20BB0ACC-8D1F-2A03-1321-F6A9C2502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545" y="836553"/>
            <a:ext cx="3869661" cy="386966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08D6A50-A1DE-0A95-29E7-8FF1B3AFC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60707" y="5090807"/>
            <a:ext cx="4251459" cy="1328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0D9F1A-7CB3-65C2-C035-2F60BB458D87}"/>
              </a:ext>
            </a:extLst>
          </p:cNvPr>
          <p:cNvSpPr txBox="1"/>
          <p:nvPr/>
        </p:nvSpPr>
        <p:spPr>
          <a:xfrm>
            <a:off x="331419" y="34513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9EDEC-0EE4-BA7F-2F55-B7ED2EC45C93}"/>
              </a:ext>
            </a:extLst>
          </p:cNvPr>
          <p:cNvSpPr txBox="1"/>
          <p:nvPr/>
        </p:nvSpPr>
        <p:spPr>
          <a:xfrm>
            <a:off x="7260707" y="34513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1E43A-DBB2-96DC-8DED-6A7C7B2F8742}"/>
              </a:ext>
            </a:extLst>
          </p:cNvPr>
          <p:cNvSpPr txBox="1"/>
          <p:nvPr/>
        </p:nvSpPr>
        <p:spPr>
          <a:xfrm>
            <a:off x="7260707" y="4592571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61472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27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D'Ambrogio</dc:creator>
  <cp:lastModifiedBy>Simone D'Ambrogio</cp:lastModifiedBy>
  <cp:revision>24</cp:revision>
  <dcterms:created xsi:type="dcterms:W3CDTF">2025-07-02T14:18:43Z</dcterms:created>
  <dcterms:modified xsi:type="dcterms:W3CDTF">2025-07-05T20:31:09Z</dcterms:modified>
</cp:coreProperties>
</file>