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61" r:id="rId2"/>
  </p:sldIdLst>
  <p:sldSz cx="9720263" cy="11879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76" userDrawn="1">
          <p15:clr>
            <a:srgbClr val="A4A3A4"/>
          </p15:clr>
        </p15:guide>
        <p15:guide id="2" pos="1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CACE"/>
    <a:srgbClr val="4055A5"/>
    <a:srgbClr val="5C2D80"/>
    <a:srgbClr val="F601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89"/>
    <p:restoredTop sz="97248"/>
  </p:normalViewPr>
  <p:slideViewPr>
    <p:cSldViewPr snapToGrid="0" showGuides="1">
      <p:cViewPr>
        <p:scale>
          <a:sx n="123" d="100"/>
          <a:sy n="123" d="100"/>
        </p:scale>
        <p:origin x="2704" y="144"/>
      </p:cViewPr>
      <p:guideLst>
        <p:guide orient="horz" pos="6576"/>
        <p:guide pos="1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DC624-D5C3-D04C-B649-5454DB7A779C}" type="datetimeFigureOut">
              <a:rPr lang="en-US" smtClean="0"/>
              <a:t>7/2/25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66938" y="1143000"/>
            <a:ext cx="2524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07106-9859-4B4D-8E30-EAD418003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07106-9859-4B4D-8E30-EAD4180034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26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944130"/>
            <a:ext cx="8262224" cy="4135743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6239364"/>
            <a:ext cx="7290197" cy="2868071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04" indent="0" algn="ctr">
              <a:buNone/>
              <a:defRPr sz="2126"/>
            </a:lvl2pPr>
            <a:lvl3pPr marL="972007" indent="0" algn="ctr">
              <a:buNone/>
              <a:defRPr sz="1913"/>
            </a:lvl3pPr>
            <a:lvl4pPr marL="1458011" indent="0" algn="ctr">
              <a:buNone/>
              <a:defRPr sz="1701"/>
            </a:lvl4pPr>
            <a:lvl5pPr marL="1944014" indent="0" algn="ctr">
              <a:buNone/>
              <a:defRPr sz="1701"/>
            </a:lvl5pPr>
            <a:lvl6pPr marL="2430018" indent="0" algn="ctr">
              <a:buNone/>
              <a:defRPr sz="1701"/>
            </a:lvl6pPr>
            <a:lvl7pPr marL="2916022" indent="0" algn="ctr">
              <a:buNone/>
              <a:defRPr sz="1701"/>
            </a:lvl7pPr>
            <a:lvl8pPr marL="3402025" indent="0" algn="ctr">
              <a:buNone/>
              <a:defRPr sz="1701"/>
            </a:lvl8pPr>
            <a:lvl9pPr marL="3888029" indent="0" algn="ctr">
              <a:buNone/>
              <a:defRPr sz="170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11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0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2961570"/>
            <a:ext cx="8383727" cy="4941443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7949760"/>
            <a:ext cx="8383727" cy="2598588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1pPr>
            <a:lvl2pPr marL="486004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2pPr>
            <a:lvl3pPr marL="972007" indent="0">
              <a:buNone/>
              <a:defRPr sz="1913">
                <a:solidFill>
                  <a:schemeClr val="tx1">
                    <a:tint val="82000"/>
                  </a:schemeClr>
                </a:solidFill>
              </a:defRPr>
            </a:lvl3pPr>
            <a:lvl4pPr marL="1458011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4pPr>
            <a:lvl5pPr marL="1944014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5pPr>
            <a:lvl6pPr marL="2430018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6pPr>
            <a:lvl7pPr marL="2916022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7pPr>
            <a:lvl8pPr marL="3402025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8pPr>
            <a:lvl9pPr marL="3888029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3162304"/>
            <a:ext cx="4131112" cy="75372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3162304"/>
            <a:ext cx="4131112" cy="75372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8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632464"/>
            <a:ext cx="8383727" cy="22961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2912070"/>
            <a:ext cx="4112126" cy="1427161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4339231"/>
            <a:ext cx="4112126" cy="63823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2912070"/>
            <a:ext cx="4132378" cy="1427161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4339231"/>
            <a:ext cx="4132378" cy="63823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54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5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791951"/>
            <a:ext cx="3135038" cy="2771828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1710397"/>
            <a:ext cx="4920883" cy="8441976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3563779"/>
            <a:ext cx="3135038" cy="6602341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4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791951"/>
            <a:ext cx="3135038" cy="2771828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1710397"/>
            <a:ext cx="4920883" cy="8441976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04" indent="0">
              <a:buNone/>
              <a:defRPr sz="2976"/>
            </a:lvl2pPr>
            <a:lvl3pPr marL="972007" indent="0">
              <a:buNone/>
              <a:defRPr sz="2551"/>
            </a:lvl3pPr>
            <a:lvl4pPr marL="1458011" indent="0">
              <a:buNone/>
              <a:defRPr sz="2126"/>
            </a:lvl4pPr>
            <a:lvl5pPr marL="1944014" indent="0">
              <a:buNone/>
              <a:defRPr sz="2126"/>
            </a:lvl5pPr>
            <a:lvl6pPr marL="2430018" indent="0">
              <a:buNone/>
              <a:defRPr sz="2126"/>
            </a:lvl6pPr>
            <a:lvl7pPr marL="2916022" indent="0">
              <a:buNone/>
              <a:defRPr sz="2126"/>
            </a:lvl7pPr>
            <a:lvl8pPr marL="3402025" indent="0">
              <a:buNone/>
              <a:defRPr sz="2126"/>
            </a:lvl8pPr>
            <a:lvl9pPr marL="3888029" indent="0">
              <a:buNone/>
              <a:defRPr sz="212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3563779"/>
            <a:ext cx="3135038" cy="6602341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2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1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632461"/>
            <a:ext cx="2095932" cy="100671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632461"/>
            <a:ext cx="6166292" cy="100671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8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632464"/>
            <a:ext cx="8383727" cy="2296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3162304"/>
            <a:ext cx="8383727" cy="753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11010319"/>
            <a:ext cx="218705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1DD95-2F7A-814C-93FC-55293BBF9003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11010319"/>
            <a:ext cx="328058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11010319"/>
            <a:ext cx="218705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3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72007" rtl="0" eaLnBrk="1" latinLnBrk="0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2" indent="-243002" algn="l" defTabSz="972007" rtl="0" eaLnBrk="1" latinLnBrk="0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05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9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1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16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2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027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031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0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07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11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18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22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25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029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76892-49A7-5B15-25A6-E93C8715C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0DA4ED3-A5A4-1108-7DEC-C1625B124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4002" y="4338300"/>
            <a:ext cx="2439198" cy="268311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42F8874-E660-558F-6A97-D28908C0B2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29023" y="4338300"/>
            <a:ext cx="2439197" cy="2683117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71D28105-2F68-34EB-D0A0-5FBEBC24B741}"/>
              </a:ext>
            </a:extLst>
          </p:cNvPr>
          <p:cNvGrpSpPr/>
          <p:nvPr/>
        </p:nvGrpSpPr>
        <p:grpSpPr>
          <a:xfrm>
            <a:off x="5178856" y="4997762"/>
            <a:ext cx="1364808" cy="1690943"/>
            <a:chOff x="5251593" y="6873855"/>
            <a:chExt cx="1364808" cy="169094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9155117-437C-9EB8-C189-DD1C812E958F}"/>
                </a:ext>
              </a:extLst>
            </p:cNvPr>
            <p:cNvGrpSpPr/>
            <p:nvPr/>
          </p:nvGrpSpPr>
          <p:grpSpPr>
            <a:xfrm>
              <a:off x="5251593" y="6873855"/>
              <a:ext cx="1364808" cy="938233"/>
              <a:chOff x="2152692" y="6269253"/>
              <a:chExt cx="2244141" cy="1548000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5FE93CE-74D7-8C21-BBD7-4FA570DBFEAD}"/>
                  </a:ext>
                </a:extLst>
              </p:cNvPr>
              <p:cNvGrpSpPr/>
              <p:nvPr/>
            </p:nvGrpSpPr>
            <p:grpSpPr>
              <a:xfrm>
                <a:off x="2233041" y="6314321"/>
                <a:ext cx="2113471" cy="1457864"/>
                <a:chOff x="1647646" y="1595561"/>
                <a:chExt cx="2113471" cy="1457864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ADEE7B6-EE4A-CB73-CA73-F7BDF8334F81}"/>
                    </a:ext>
                  </a:extLst>
                </p:cNvPr>
                <p:cNvSpPr/>
                <p:nvPr/>
              </p:nvSpPr>
              <p:spPr>
                <a:xfrm>
                  <a:off x="1647646" y="1595561"/>
                  <a:ext cx="2113471" cy="145786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68DB23C-87FD-D2CB-F072-CF4884F73A96}"/>
                    </a:ext>
                  </a:extLst>
                </p:cNvPr>
                <p:cNvSpPr txBox="1"/>
                <p:nvPr/>
              </p:nvSpPr>
              <p:spPr>
                <a:xfrm>
                  <a:off x="1888447" y="1892860"/>
                  <a:ext cx="709557" cy="8632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800" b="1" dirty="0">
                      <a:solidFill>
                        <a:schemeClr val="bg1"/>
                      </a:solidFill>
                      <a:latin typeface="Avenir Light" panose="020B0402020203020204" pitchFamily="34" charset="77"/>
                    </a:rPr>
                    <a:t>+</a:t>
                  </a:r>
                </a:p>
              </p:txBody>
            </p:sp>
          </p:grp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3A4C786-D0D2-C640-8D78-7CD7A5C8E0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52692" y="6269253"/>
                <a:ext cx="2244141" cy="1548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8E97908-C70F-36AC-2CBB-598CA05B3F4A}"/>
                </a:ext>
              </a:extLst>
            </p:cNvPr>
            <p:cNvSpPr txBox="1"/>
            <p:nvPr/>
          </p:nvSpPr>
          <p:spPr>
            <a:xfrm>
              <a:off x="6048294" y="7078592"/>
              <a:ext cx="3113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65000"/>
                    </a:schemeClr>
                  </a:solidFill>
                  <a:latin typeface="Avenir Light" panose="020B0402020203020204" pitchFamily="34" charset="77"/>
                </a:rPr>
                <a:t>-</a:t>
              </a: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E54DA69-F62A-BED4-25C3-B447284906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19123" y="7950221"/>
              <a:ext cx="524884" cy="614577"/>
            </a:xfrm>
            <a:custGeom>
              <a:avLst/>
              <a:gdLst>
                <a:gd name="connsiteX0" fmla="*/ 147926 w 710045"/>
                <a:gd name="connsiteY0" fmla="*/ 207845 h 831379"/>
                <a:gd name="connsiteX1" fmla="*/ 355023 w 710045"/>
                <a:gd name="connsiteY1" fmla="*/ 0 h 831379"/>
                <a:gd name="connsiteX2" fmla="*/ 562119 w 710045"/>
                <a:gd name="connsiteY2" fmla="*/ 207845 h 831379"/>
                <a:gd name="connsiteX3" fmla="*/ 355023 w 710045"/>
                <a:gd name="connsiteY3" fmla="*/ 415690 h 831379"/>
                <a:gd name="connsiteX4" fmla="*/ 147926 w 710045"/>
                <a:gd name="connsiteY4" fmla="*/ 207845 h 831379"/>
                <a:gd name="connsiteX5" fmla="*/ 355023 w 710045"/>
                <a:gd name="connsiteY5" fmla="*/ 445382 h 831379"/>
                <a:gd name="connsiteX6" fmla="*/ 0 w 710045"/>
                <a:gd name="connsiteY6" fmla="*/ 801688 h 831379"/>
                <a:gd name="connsiteX7" fmla="*/ 29585 w 710045"/>
                <a:gd name="connsiteY7" fmla="*/ 831380 h 831379"/>
                <a:gd name="connsiteX8" fmla="*/ 680460 w 710045"/>
                <a:gd name="connsiteY8" fmla="*/ 831380 h 831379"/>
                <a:gd name="connsiteX9" fmla="*/ 710045 w 710045"/>
                <a:gd name="connsiteY9" fmla="*/ 801688 h 831379"/>
                <a:gd name="connsiteX10" fmla="*/ 355023 w 710045"/>
                <a:gd name="connsiteY10" fmla="*/ 445382 h 831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0045" h="831379">
                  <a:moveTo>
                    <a:pt x="147926" y="207845"/>
                  </a:moveTo>
                  <a:cubicBezTo>
                    <a:pt x="147926" y="93238"/>
                    <a:pt x="240861" y="0"/>
                    <a:pt x="355023" y="0"/>
                  </a:cubicBezTo>
                  <a:cubicBezTo>
                    <a:pt x="469185" y="0"/>
                    <a:pt x="562119" y="93233"/>
                    <a:pt x="562119" y="207845"/>
                  </a:cubicBezTo>
                  <a:cubicBezTo>
                    <a:pt x="562119" y="322457"/>
                    <a:pt x="469185" y="415690"/>
                    <a:pt x="355023" y="415690"/>
                  </a:cubicBezTo>
                  <a:cubicBezTo>
                    <a:pt x="240861" y="415690"/>
                    <a:pt x="147926" y="322457"/>
                    <a:pt x="147926" y="207845"/>
                  </a:cubicBezTo>
                  <a:close/>
                  <a:moveTo>
                    <a:pt x="355023" y="445382"/>
                  </a:moveTo>
                  <a:cubicBezTo>
                    <a:pt x="159240" y="445382"/>
                    <a:pt x="0" y="605197"/>
                    <a:pt x="0" y="801688"/>
                  </a:cubicBezTo>
                  <a:cubicBezTo>
                    <a:pt x="0" y="818093"/>
                    <a:pt x="13239" y="831380"/>
                    <a:pt x="29585" y="831380"/>
                  </a:cubicBezTo>
                  <a:lnTo>
                    <a:pt x="680460" y="831380"/>
                  </a:lnTo>
                  <a:cubicBezTo>
                    <a:pt x="696806" y="831380"/>
                    <a:pt x="710045" y="818093"/>
                    <a:pt x="710045" y="801688"/>
                  </a:cubicBezTo>
                  <a:cubicBezTo>
                    <a:pt x="710045" y="605197"/>
                    <a:pt x="550806" y="445382"/>
                    <a:pt x="355023" y="445382"/>
                  </a:cubicBezTo>
                  <a:close/>
                </a:path>
              </a:pathLst>
            </a:custGeom>
            <a:solidFill>
              <a:srgbClr val="000000"/>
            </a:solidFill>
            <a:ln w="9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D60E79F-F78B-CD64-6795-9689AC24E27E}"/>
                </a:ext>
              </a:extLst>
            </p:cNvPr>
            <p:cNvGrpSpPr/>
            <p:nvPr/>
          </p:nvGrpSpPr>
          <p:grpSpPr>
            <a:xfrm rot="559262" flipH="1">
              <a:off x="5941468" y="7446206"/>
              <a:ext cx="210805" cy="518498"/>
              <a:chOff x="5681703" y="7558233"/>
              <a:chExt cx="210805" cy="403443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B5B76B2-9C03-C284-8DB0-34377E5F5B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81703" y="7565676"/>
                <a:ext cx="46678" cy="396000"/>
              </a:xfrm>
              <a:prstGeom prst="line">
                <a:avLst/>
              </a:prstGeom>
              <a:ln w="19050">
                <a:solidFill>
                  <a:srgbClr val="70CACE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E48D4DC-FD83-14BD-DDEF-85E2F48C72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49830" y="7558233"/>
                <a:ext cx="142678" cy="360000"/>
              </a:xfrm>
              <a:prstGeom prst="line">
                <a:avLst/>
              </a:prstGeom>
              <a:ln w="19050">
                <a:solidFill>
                  <a:srgbClr val="70CACE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1E209967-05EB-04B3-26BB-CD50F8D229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9181" y="978501"/>
            <a:ext cx="2376209" cy="2970261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0E36FF79-797C-07A1-09E5-62654F15A363}"/>
              </a:ext>
            </a:extLst>
          </p:cNvPr>
          <p:cNvGrpSpPr/>
          <p:nvPr/>
        </p:nvGrpSpPr>
        <p:grpSpPr>
          <a:xfrm>
            <a:off x="359064" y="4997761"/>
            <a:ext cx="1364808" cy="1682140"/>
            <a:chOff x="431801" y="6873854"/>
            <a:chExt cx="1364808" cy="168214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121624F-79A2-FB35-E303-07DD229C122B}"/>
                </a:ext>
              </a:extLst>
            </p:cNvPr>
            <p:cNvGrpSpPr/>
            <p:nvPr/>
          </p:nvGrpSpPr>
          <p:grpSpPr>
            <a:xfrm>
              <a:off x="431801" y="6873854"/>
              <a:ext cx="1364808" cy="938233"/>
              <a:chOff x="2152692" y="6269253"/>
              <a:chExt cx="2244141" cy="15480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BAC9404-5BD4-3B5E-2675-C12F3D6ED147}"/>
                  </a:ext>
                </a:extLst>
              </p:cNvPr>
              <p:cNvGrpSpPr/>
              <p:nvPr/>
            </p:nvGrpSpPr>
            <p:grpSpPr>
              <a:xfrm>
                <a:off x="2233041" y="6314321"/>
                <a:ext cx="2113471" cy="1457864"/>
                <a:chOff x="1647646" y="1595561"/>
                <a:chExt cx="2113471" cy="1457864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566F629-B8B9-C548-F7A9-353E9EF36B49}"/>
                    </a:ext>
                  </a:extLst>
                </p:cNvPr>
                <p:cNvSpPr/>
                <p:nvPr/>
              </p:nvSpPr>
              <p:spPr>
                <a:xfrm>
                  <a:off x="1647646" y="1595561"/>
                  <a:ext cx="2113471" cy="145786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5E4B60A-9DD4-D4BE-33F6-537692059EE9}"/>
                    </a:ext>
                  </a:extLst>
                </p:cNvPr>
                <p:cNvSpPr txBox="1"/>
                <p:nvPr/>
              </p:nvSpPr>
              <p:spPr>
                <a:xfrm>
                  <a:off x="1888447" y="1892860"/>
                  <a:ext cx="709557" cy="8632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800" b="1" dirty="0">
                      <a:solidFill>
                        <a:schemeClr val="bg1"/>
                      </a:solidFill>
                      <a:latin typeface="Avenir Light" panose="020B0402020203020204" pitchFamily="34" charset="77"/>
                    </a:rPr>
                    <a:t>+</a:t>
                  </a:r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4D95AAB-6875-4FA3-1E48-6D4853C9B8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52692" y="6269253"/>
                <a:ext cx="2244141" cy="1548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2834A9-7325-DEC5-10A3-6244DF684E6E}"/>
                </a:ext>
              </a:extLst>
            </p:cNvPr>
            <p:cNvSpPr txBox="1"/>
            <p:nvPr/>
          </p:nvSpPr>
          <p:spPr>
            <a:xfrm>
              <a:off x="1228502" y="7078591"/>
              <a:ext cx="3113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65000"/>
                    </a:schemeClr>
                  </a:solidFill>
                  <a:latin typeface="Avenir Light" panose="020B0402020203020204" pitchFamily="34" charset="77"/>
                </a:rPr>
                <a:t>-</a:t>
              </a: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A820562-9506-A1E0-4BA7-763DB77523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6199" y="7941417"/>
              <a:ext cx="524884" cy="614577"/>
            </a:xfrm>
            <a:custGeom>
              <a:avLst/>
              <a:gdLst>
                <a:gd name="connsiteX0" fmla="*/ 147926 w 710045"/>
                <a:gd name="connsiteY0" fmla="*/ 207845 h 831379"/>
                <a:gd name="connsiteX1" fmla="*/ 355023 w 710045"/>
                <a:gd name="connsiteY1" fmla="*/ 0 h 831379"/>
                <a:gd name="connsiteX2" fmla="*/ 562119 w 710045"/>
                <a:gd name="connsiteY2" fmla="*/ 207845 h 831379"/>
                <a:gd name="connsiteX3" fmla="*/ 355023 w 710045"/>
                <a:gd name="connsiteY3" fmla="*/ 415690 h 831379"/>
                <a:gd name="connsiteX4" fmla="*/ 147926 w 710045"/>
                <a:gd name="connsiteY4" fmla="*/ 207845 h 831379"/>
                <a:gd name="connsiteX5" fmla="*/ 355023 w 710045"/>
                <a:gd name="connsiteY5" fmla="*/ 445382 h 831379"/>
                <a:gd name="connsiteX6" fmla="*/ 0 w 710045"/>
                <a:gd name="connsiteY6" fmla="*/ 801688 h 831379"/>
                <a:gd name="connsiteX7" fmla="*/ 29585 w 710045"/>
                <a:gd name="connsiteY7" fmla="*/ 831380 h 831379"/>
                <a:gd name="connsiteX8" fmla="*/ 680460 w 710045"/>
                <a:gd name="connsiteY8" fmla="*/ 831380 h 831379"/>
                <a:gd name="connsiteX9" fmla="*/ 710045 w 710045"/>
                <a:gd name="connsiteY9" fmla="*/ 801688 h 831379"/>
                <a:gd name="connsiteX10" fmla="*/ 355023 w 710045"/>
                <a:gd name="connsiteY10" fmla="*/ 445382 h 831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0045" h="831379">
                  <a:moveTo>
                    <a:pt x="147926" y="207845"/>
                  </a:moveTo>
                  <a:cubicBezTo>
                    <a:pt x="147926" y="93238"/>
                    <a:pt x="240861" y="0"/>
                    <a:pt x="355023" y="0"/>
                  </a:cubicBezTo>
                  <a:cubicBezTo>
                    <a:pt x="469185" y="0"/>
                    <a:pt x="562119" y="93233"/>
                    <a:pt x="562119" y="207845"/>
                  </a:cubicBezTo>
                  <a:cubicBezTo>
                    <a:pt x="562119" y="322457"/>
                    <a:pt x="469185" y="415690"/>
                    <a:pt x="355023" y="415690"/>
                  </a:cubicBezTo>
                  <a:cubicBezTo>
                    <a:pt x="240861" y="415690"/>
                    <a:pt x="147926" y="322457"/>
                    <a:pt x="147926" y="207845"/>
                  </a:cubicBezTo>
                  <a:close/>
                  <a:moveTo>
                    <a:pt x="355023" y="445382"/>
                  </a:moveTo>
                  <a:cubicBezTo>
                    <a:pt x="159240" y="445382"/>
                    <a:pt x="0" y="605197"/>
                    <a:pt x="0" y="801688"/>
                  </a:cubicBezTo>
                  <a:cubicBezTo>
                    <a:pt x="0" y="818093"/>
                    <a:pt x="13239" y="831380"/>
                    <a:pt x="29585" y="831380"/>
                  </a:cubicBezTo>
                  <a:lnTo>
                    <a:pt x="680460" y="831380"/>
                  </a:lnTo>
                  <a:cubicBezTo>
                    <a:pt x="696806" y="831380"/>
                    <a:pt x="710045" y="818093"/>
                    <a:pt x="710045" y="801688"/>
                  </a:cubicBezTo>
                  <a:cubicBezTo>
                    <a:pt x="710045" y="605197"/>
                    <a:pt x="550806" y="445382"/>
                    <a:pt x="355023" y="445382"/>
                  </a:cubicBezTo>
                  <a:close/>
                </a:path>
              </a:pathLst>
            </a:custGeom>
            <a:solidFill>
              <a:srgbClr val="000000"/>
            </a:solidFill>
            <a:ln w="9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405091-E509-4FBC-982F-D58B0EB8F78B}"/>
                </a:ext>
              </a:extLst>
            </p:cNvPr>
            <p:cNvGrpSpPr/>
            <p:nvPr/>
          </p:nvGrpSpPr>
          <p:grpSpPr>
            <a:xfrm>
              <a:off x="858779" y="7429652"/>
              <a:ext cx="210805" cy="523220"/>
              <a:chOff x="858779" y="7549429"/>
              <a:chExt cx="210805" cy="403443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38DDD0E-F5A7-C878-D050-A92621AC59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8779" y="7556872"/>
                <a:ext cx="46678" cy="396000"/>
              </a:xfrm>
              <a:prstGeom prst="line">
                <a:avLst/>
              </a:prstGeom>
              <a:ln w="19050">
                <a:solidFill>
                  <a:srgbClr val="4055A5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1863516-5264-8AD9-7E40-E23CFA4A0A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26906" y="7549429"/>
                <a:ext cx="142678" cy="360000"/>
              </a:xfrm>
              <a:prstGeom prst="line">
                <a:avLst/>
              </a:prstGeom>
              <a:ln w="19050">
                <a:solidFill>
                  <a:srgbClr val="4055A5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C6669DC-F7D0-FD61-F227-AA6C5354346C}"/>
              </a:ext>
            </a:extLst>
          </p:cNvPr>
          <p:cNvGrpSpPr/>
          <p:nvPr/>
        </p:nvGrpSpPr>
        <p:grpSpPr>
          <a:xfrm>
            <a:off x="635473" y="559404"/>
            <a:ext cx="5114174" cy="3490573"/>
            <a:chOff x="708210" y="2861528"/>
            <a:chExt cx="5114174" cy="3490573"/>
          </a:xfrm>
        </p:grpSpPr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4EEA9C2E-8B26-4078-274E-8D10F6627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8210" y="3362414"/>
              <a:ext cx="5114174" cy="2876723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1CEBF88-AB85-40A0-9E20-228111F9E1F3}"/>
                </a:ext>
              </a:extLst>
            </p:cNvPr>
            <p:cNvSpPr txBox="1"/>
            <p:nvPr/>
          </p:nvSpPr>
          <p:spPr>
            <a:xfrm>
              <a:off x="834625" y="2861528"/>
              <a:ext cx="7280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venir Light" panose="020B0402020203020204" pitchFamily="34" charset="77"/>
                </a:rPr>
                <a:t>Look</a:t>
              </a:r>
            </a:p>
            <a:p>
              <a:pPr algn="ctr"/>
              <a:r>
                <a:rPr lang="en-US" sz="1400" dirty="0">
                  <a:latin typeface="Avenir Light" panose="020B0402020203020204" pitchFamily="34" charset="77"/>
                </a:rPr>
                <a:t>at gain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21F93C5-D440-51B9-3062-0D88869653DE}"/>
                </a:ext>
              </a:extLst>
            </p:cNvPr>
            <p:cNvSpPr txBox="1"/>
            <p:nvPr/>
          </p:nvSpPr>
          <p:spPr>
            <a:xfrm>
              <a:off x="861180" y="5828881"/>
              <a:ext cx="6880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venir Light" panose="020B0402020203020204" pitchFamily="34" charset="77"/>
                </a:rPr>
                <a:t>Look</a:t>
              </a:r>
            </a:p>
            <a:p>
              <a:pPr algn="ctr"/>
              <a:r>
                <a:rPr lang="en-US" sz="1400" dirty="0">
                  <a:latin typeface="Avenir Light" panose="020B0402020203020204" pitchFamily="34" charset="77"/>
                </a:rPr>
                <a:t>at loss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9221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</TotalTime>
  <Words>11</Words>
  <Application>Microsoft Macintosh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D'Ambrogio</dc:creator>
  <cp:lastModifiedBy>Simone D'Ambrogio</cp:lastModifiedBy>
  <cp:revision>81</cp:revision>
  <dcterms:created xsi:type="dcterms:W3CDTF">2025-04-04T12:37:33Z</dcterms:created>
  <dcterms:modified xsi:type="dcterms:W3CDTF">2025-07-02T18:38:49Z</dcterms:modified>
</cp:coreProperties>
</file>