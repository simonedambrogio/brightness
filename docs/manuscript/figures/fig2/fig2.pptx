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2" r:id="rId1"/>
  </p:sldMasterIdLst>
  <p:notesMasterIdLst>
    <p:notesMasterId r:id="rId3"/>
  </p:notesMasterIdLst>
  <p:sldIdLst>
    <p:sldId id="261" r:id="rId2"/>
  </p:sldIdLst>
  <p:sldSz cx="9720263" cy="7199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563" userDrawn="1">
          <p15:clr>
            <a:srgbClr val="A4A3A4"/>
          </p15:clr>
        </p15:guide>
        <p15:guide id="2" pos="10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0CACE"/>
    <a:srgbClr val="4055A5"/>
    <a:srgbClr val="5C2D80"/>
    <a:srgbClr val="F601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138"/>
    <p:restoredTop sz="97248"/>
  </p:normalViewPr>
  <p:slideViewPr>
    <p:cSldViewPr snapToGrid="0" showGuides="1">
      <p:cViewPr varScale="1">
        <p:scale>
          <a:sx n="158" d="100"/>
          <a:sy n="158" d="100"/>
        </p:scale>
        <p:origin x="1728" y="192"/>
      </p:cViewPr>
      <p:guideLst>
        <p:guide orient="horz" pos="2563"/>
        <p:guide pos="10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1DC624-D5C3-D04C-B649-5454DB7A779C}" type="datetimeFigureOut">
              <a:rPr lang="en-US" smtClean="0"/>
              <a:t>7/5/25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46200" y="1143000"/>
            <a:ext cx="41656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807106-9859-4B4D-8E30-EAD4180034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918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46200" y="1143000"/>
            <a:ext cx="41656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07106-9859-4B4D-8E30-EAD4180034A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3260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9020" y="1178222"/>
            <a:ext cx="8262224" cy="2506427"/>
          </a:xfrm>
        </p:spPr>
        <p:txBody>
          <a:bodyPr anchor="b"/>
          <a:lstStyle>
            <a:lvl1pPr algn="ctr">
              <a:defRPr sz="629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5033" y="3781306"/>
            <a:ext cx="7290197" cy="1738167"/>
          </a:xfrm>
        </p:spPr>
        <p:txBody>
          <a:bodyPr/>
          <a:lstStyle>
            <a:lvl1pPr marL="0" indent="0" algn="ctr">
              <a:buNone/>
              <a:defRPr sz="2520"/>
            </a:lvl1pPr>
            <a:lvl2pPr marL="479969" indent="0" algn="ctr">
              <a:buNone/>
              <a:defRPr sz="2100"/>
            </a:lvl2pPr>
            <a:lvl3pPr marL="959937" indent="0" algn="ctr">
              <a:buNone/>
              <a:defRPr sz="1890"/>
            </a:lvl3pPr>
            <a:lvl4pPr marL="1439906" indent="0" algn="ctr">
              <a:buNone/>
              <a:defRPr sz="1680"/>
            </a:lvl4pPr>
            <a:lvl5pPr marL="1919874" indent="0" algn="ctr">
              <a:buNone/>
              <a:defRPr sz="1680"/>
            </a:lvl5pPr>
            <a:lvl6pPr marL="2399843" indent="0" algn="ctr">
              <a:buNone/>
              <a:defRPr sz="1680"/>
            </a:lvl6pPr>
            <a:lvl7pPr marL="2879811" indent="0" algn="ctr">
              <a:buNone/>
              <a:defRPr sz="1680"/>
            </a:lvl7pPr>
            <a:lvl8pPr marL="3359780" indent="0" algn="ctr">
              <a:buNone/>
              <a:defRPr sz="1680"/>
            </a:lvl8pPr>
            <a:lvl9pPr marL="3839748" indent="0" algn="ctr">
              <a:buNone/>
              <a:defRPr sz="168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DD95-2F7A-814C-93FC-55293BBF9003}" type="datetimeFigureOut">
              <a:rPr lang="en-US" smtClean="0"/>
              <a:t>7/5/25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FAF32-9698-734F-B8DB-20D17D3FFE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3270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DD95-2F7A-814C-93FC-55293BBF9003}" type="datetimeFigureOut">
              <a:rPr lang="en-US" smtClean="0"/>
              <a:t>7/5/25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FAF32-9698-734F-B8DB-20D17D3FFE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4697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3206" y="1794831"/>
            <a:ext cx="8383727" cy="2994714"/>
          </a:xfrm>
        </p:spPr>
        <p:txBody>
          <a:bodyPr anchor="b"/>
          <a:lstStyle>
            <a:lvl1pPr>
              <a:defRPr sz="629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3206" y="4817876"/>
            <a:ext cx="8383727" cy="1574849"/>
          </a:xfrm>
        </p:spPr>
        <p:txBody>
          <a:bodyPr/>
          <a:lstStyle>
            <a:lvl1pPr marL="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1pPr>
            <a:lvl2pPr marL="479969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2pPr>
            <a:lvl3pPr marL="959937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3pPr>
            <a:lvl4pPr marL="1439906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4pPr>
            <a:lvl5pPr marL="1919874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5pPr>
            <a:lvl6pPr marL="2399843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6pPr>
            <a:lvl7pPr marL="2879811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7pPr>
            <a:lvl8pPr marL="335978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8pPr>
            <a:lvl9pPr marL="3839748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DD95-2F7A-814C-93FC-55293BBF9003}" type="datetimeFigureOut">
              <a:rPr lang="en-US" smtClean="0"/>
              <a:t>7/5/25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FAF32-9698-734F-B8DB-20D17D3FFE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818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8268" y="1916484"/>
            <a:ext cx="4131112" cy="456789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20883" y="1916484"/>
            <a:ext cx="4131112" cy="456789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DD95-2F7A-814C-93FC-55293BBF9003}" type="datetimeFigureOut">
              <a:rPr lang="en-US" smtClean="0"/>
              <a:t>7/5/25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FAF32-9698-734F-B8DB-20D17D3FFE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11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383299"/>
            <a:ext cx="8383727" cy="139153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535" y="1764832"/>
            <a:ext cx="4112126" cy="864917"/>
          </a:xfrm>
        </p:spPr>
        <p:txBody>
          <a:bodyPr anchor="b"/>
          <a:lstStyle>
            <a:lvl1pPr marL="0" indent="0">
              <a:buNone/>
              <a:defRPr sz="2520" b="1"/>
            </a:lvl1pPr>
            <a:lvl2pPr marL="479969" indent="0">
              <a:buNone/>
              <a:defRPr sz="2100" b="1"/>
            </a:lvl2pPr>
            <a:lvl3pPr marL="959937" indent="0">
              <a:buNone/>
              <a:defRPr sz="1890" b="1"/>
            </a:lvl3pPr>
            <a:lvl4pPr marL="1439906" indent="0">
              <a:buNone/>
              <a:defRPr sz="1680" b="1"/>
            </a:lvl4pPr>
            <a:lvl5pPr marL="1919874" indent="0">
              <a:buNone/>
              <a:defRPr sz="1680" b="1"/>
            </a:lvl5pPr>
            <a:lvl6pPr marL="2399843" indent="0">
              <a:buNone/>
              <a:defRPr sz="1680" b="1"/>
            </a:lvl6pPr>
            <a:lvl7pPr marL="2879811" indent="0">
              <a:buNone/>
              <a:defRPr sz="1680" b="1"/>
            </a:lvl7pPr>
            <a:lvl8pPr marL="3359780" indent="0">
              <a:buNone/>
              <a:defRPr sz="1680" b="1"/>
            </a:lvl8pPr>
            <a:lvl9pPr marL="3839748" indent="0">
              <a:buNone/>
              <a:defRPr sz="168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9535" y="2629749"/>
            <a:ext cx="4112126" cy="386796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20884" y="1764832"/>
            <a:ext cx="4132378" cy="864917"/>
          </a:xfrm>
        </p:spPr>
        <p:txBody>
          <a:bodyPr anchor="b"/>
          <a:lstStyle>
            <a:lvl1pPr marL="0" indent="0">
              <a:buNone/>
              <a:defRPr sz="2520" b="1"/>
            </a:lvl1pPr>
            <a:lvl2pPr marL="479969" indent="0">
              <a:buNone/>
              <a:defRPr sz="2100" b="1"/>
            </a:lvl2pPr>
            <a:lvl3pPr marL="959937" indent="0">
              <a:buNone/>
              <a:defRPr sz="1890" b="1"/>
            </a:lvl3pPr>
            <a:lvl4pPr marL="1439906" indent="0">
              <a:buNone/>
              <a:defRPr sz="1680" b="1"/>
            </a:lvl4pPr>
            <a:lvl5pPr marL="1919874" indent="0">
              <a:buNone/>
              <a:defRPr sz="1680" b="1"/>
            </a:lvl5pPr>
            <a:lvl6pPr marL="2399843" indent="0">
              <a:buNone/>
              <a:defRPr sz="1680" b="1"/>
            </a:lvl6pPr>
            <a:lvl7pPr marL="2879811" indent="0">
              <a:buNone/>
              <a:defRPr sz="1680" b="1"/>
            </a:lvl7pPr>
            <a:lvl8pPr marL="3359780" indent="0">
              <a:buNone/>
              <a:defRPr sz="1680" b="1"/>
            </a:lvl8pPr>
            <a:lvl9pPr marL="3839748" indent="0">
              <a:buNone/>
              <a:defRPr sz="168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20884" y="2629749"/>
            <a:ext cx="4132378" cy="386796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DD95-2F7A-814C-93FC-55293BBF9003}" type="datetimeFigureOut">
              <a:rPr lang="en-US" smtClean="0"/>
              <a:t>7/5/25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FAF32-9698-734F-B8DB-20D17D3FFE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487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DD95-2F7A-814C-93FC-55293BBF9003}" type="datetimeFigureOut">
              <a:rPr lang="en-US" smtClean="0"/>
              <a:t>7/5/25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FAF32-9698-734F-B8DB-20D17D3FFE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3879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DD95-2F7A-814C-93FC-55293BBF9003}" type="datetimeFigureOut">
              <a:rPr lang="en-US" smtClean="0"/>
              <a:t>7/5/25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FAF32-9698-734F-B8DB-20D17D3FFE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993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479954"/>
            <a:ext cx="3135038" cy="1679840"/>
          </a:xfrm>
        </p:spPr>
        <p:txBody>
          <a:bodyPr anchor="b"/>
          <a:lstStyle>
            <a:lvl1pPr>
              <a:defRPr sz="335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2378" y="1036570"/>
            <a:ext cx="4920883" cy="5116178"/>
          </a:xfrm>
        </p:spPr>
        <p:txBody>
          <a:bodyPr/>
          <a:lstStyle>
            <a:lvl1pPr>
              <a:defRPr sz="3359"/>
            </a:lvl1pPr>
            <a:lvl2pPr>
              <a:defRPr sz="2939"/>
            </a:lvl2pPr>
            <a:lvl3pPr>
              <a:defRPr sz="252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159794"/>
            <a:ext cx="3135038" cy="4001285"/>
          </a:xfrm>
        </p:spPr>
        <p:txBody>
          <a:bodyPr/>
          <a:lstStyle>
            <a:lvl1pPr marL="0" indent="0">
              <a:buNone/>
              <a:defRPr sz="1680"/>
            </a:lvl1pPr>
            <a:lvl2pPr marL="479969" indent="0">
              <a:buNone/>
              <a:defRPr sz="1470"/>
            </a:lvl2pPr>
            <a:lvl3pPr marL="959937" indent="0">
              <a:buNone/>
              <a:defRPr sz="1260"/>
            </a:lvl3pPr>
            <a:lvl4pPr marL="1439906" indent="0">
              <a:buNone/>
              <a:defRPr sz="1050"/>
            </a:lvl4pPr>
            <a:lvl5pPr marL="1919874" indent="0">
              <a:buNone/>
              <a:defRPr sz="1050"/>
            </a:lvl5pPr>
            <a:lvl6pPr marL="2399843" indent="0">
              <a:buNone/>
              <a:defRPr sz="1050"/>
            </a:lvl6pPr>
            <a:lvl7pPr marL="2879811" indent="0">
              <a:buNone/>
              <a:defRPr sz="1050"/>
            </a:lvl7pPr>
            <a:lvl8pPr marL="3359780" indent="0">
              <a:buNone/>
              <a:defRPr sz="1050"/>
            </a:lvl8pPr>
            <a:lvl9pPr marL="3839748" indent="0">
              <a:buNone/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DD95-2F7A-814C-93FC-55293BBF9003}" type="datetimeFigureOut">
              <a:rPr lang="en-US" smtClean="0"/>
              <a:t>7/5/25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FAF32-9698-734F-B8DB-20D17D3FFE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248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479954"/>
            <a:ext cx="3135038" cy="1679840"/>
          </a:xfrm>
        </p:spPr>
        <p:txBody>
          <a:bodyPr anchor="b"/>
          <a:lstStyle>
            <a:lvl1pPr>
              <a:defRPr sz="335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32378" y="1036570"/>
            <a:ext cx="4920883" cy="5116178"/>
          </a:xfrm>
        </p:spPr>
        <p:txBody>
          <a:bodyPr anchor="t"/>
          <a:lstStyle>
            <a:lvl1pPr marL="0" indent="0">
              <a:buNone/>
              <a:defRPr sz="3359"/>
            </a:lvl1pPr>
            <a:lvl2pPr marL="479969" indent="0">
              <a:buNone/>
              <a:defRPr sz="2939"/>
            </a:lvl2pPr>
            <a:lvl3pPr marL="959937" indent="0">
              <a:buNone/>
              <a:defRPr sz="2520"/>
            </a:lvl3pPr>
            <a:lvl4pPr marL="1439906" indent="0">
              <a:buNone/>
              <a:defRPr sz="2100"/>
            </a:lvl4pPr>
            <a:lvl5pPr marL="1919874" indent="0">
              <a:buNone/>
              <a:defRPr sz="2100"/>
            </a:lvl5pPr>
            <a:lvl6pPr marL="2399843" indent="0">
              <a:buNone/>
              <a:defRPr sz="2100"/>
            </a:lvl6pPr>
            <a:lvl7pPr marL="2879811" indent="0">
              <a:buNone/>
              <a:defRPr sz="2100"/>
            </a:lvl7pPr>
            <a:lvl8pPr marL="3359780" indent="0">
              <a:buNone/>
              <a:defRPr sz="2100"/>
            </a:lvl8pPr>
            <a:lvl9pPr marL="3839748" indent="0">
              <a:buNone/>
              <a:defRPr sz="21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159794"/>
            <a:ext cx="3135038" cy="4001285"/>
          </a:xfrm>
        </p:spPr>
        <p:txBody>
          <a:bodyPr/>
          <a:lstStyle>
            <a:lvl1pPr marL="0" indent="0">
              <a:buNone/>
              <a:defRPr sz="1680"/>
            </a:lvl1pPr>
            <a:lvl2pPr marL="479969" indent="0">
              <a:buNone/>
              <a:defRPr sz="1470"/>
            </a:lvl2pPr>
            <a:lvl3pPr marL="959937" indent="0">
              <a:buNone/>
              <a:defRPr sz="1260"/>
            </a:lvl3pPr>
            <a:lvl4pPr marL="1439906" indent="0">
              <a:buNone/>
              <a:defRPr sz="1050"/>
            </a:lvl4pPr>
            <a:lvl5pPr marL="1919874" indent="0">
              <a:buNone/>
              <a:defRPr sz="1050"/>
            </a:lvl5pPr>
            <a:lvl6pPr marL="2399843" indent="0">
              <a:buNone/>
              <a:defRPr sz="1050"/>
            </a:lvl6pPr>
            <a:lvl7pPr marL="2879811" indent="0">
              <a:buNone/>
              <a:defRPr sz="1050"/>
            </a:lvl7pPr>
            <a:lvl8pPr marL="3359780" indent="0">
              <a:buNone/>
              <a:defRPr sz="1050"/>
            </a:lvl8pPr>
            <a:lvl9pPr marL="3839748" indent="0">
              <a:buNone/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DD95-2F7A-814C-93FC-55293BBF9003}" type="datetimeFigureOut">
              <a:rPr lang="en-US" smtClean="0"/>
              <a:t>7/5/25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FAF32-9698-734F-B8DB-20D17D3FFE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87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DD95-2F7A-814C-93FC-55293BBF9003}" type="datetimeFigureOut">
              <a:rPr lang="en-US" smtClean="0"/>
              <a:t>7/5/25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FAF32-9698-734F-B8DB-20D17D3FFE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947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56064" y="383297"/>
            <a:ext cx="2095932" cy="610108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8269" y="383297"/>
            <a:ext cx="6166292" cy="610108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DD95-2F7A-814C-93FC-55293BBF9003}" type="datetimeFigureOut">
              <a:rPr lang="en-US" smtClean="0"/>
              <a:t>7/5/25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FAF32-9698-734F-B8DB-20D17D3FFE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622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8268" y="383299"/>
            <a:ext cx="8383727" cy="1391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8268" y="1916484"/>
            <a:ext cx="8383727" cy="4567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8268" y="6672698"/>
            <a:ext cx="2187059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71DD95-2F7A-814C-93FC-55293BBF9003}" type="datetimeFigureOut">
              <a:rPr lang="en-US" smtClean="0"/>
              <a:t>7/5/25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19837" y="6672698"/>
            <a:ext cx="3280589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64936" y="6672698"/>
            <a:ext cx="2187059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2FAF32-9698-734F-B8DB-20D17D3FFE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790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959937" rtl="0" eaLnBrk="1" latinLnBrk="0" hangingPunct="1">
        <a:lnSpc>
          <a:spcPct val="90000"/>
        </a:lnSpc>
        <a:spcBef>
          <a:spcPct val="0"/>
        </a:spcBef>
        <a:buNone/>
        <a:defRPr sz="461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9984" indent="-239984" algn="l" defTabSz="95993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2939" kern="1200">
          <a:solidFill>
            <a:schemeClr val="tx1"/>
          </a:solidFill>
          <a:latin typeface="+mn-lt"/>
          <a:ea typeface="+mn-ea"/>
          <a:cs typeface="+mn-cs"/>
        </a:defRPr>
      </a:lvl1pPr>
      <a:lvl2pPr marL="719953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199921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79890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4pPr>
      <a:lvl5pPr marL="2159859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5pPr>
      <a:lvl6pPr marL="2639827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3119796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599764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4079733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1pPr>
      <a:lvl2pPr marL="479969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59937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439906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4pPr>
      <a:lvl5pPr marL="1919874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5pPr>
      <a:lvl6pPr marL="2399843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2879811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359780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3839748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76892-49A7-5B15-25A6-E93C8715C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raphic 54">
            <a:extLst>
              <a:ext uri="{FF2B5EF4-FFF2-40B4-BE49-F238E27FC236}">
                <a16:creationId xmlns:a16="http://schemas.microsoft.com/office/drawing/2014/main" id="{1E209967-05EB-04B3-26BB-CD50F8D229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81191" y="863835"/>
            <a:ext cx="2376209" cy="2970261"/>
          </a:xfrm>
          <a:prstGeom prst="rect">
            <a:avLst/>
          </a:prstGeom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EC6669DC-F7D0-FD61-F227-AA6C5354346C}"/>
              </a:ext>
            </a:extLst>
          </p:cNvPr>
          <p:cNvGrpSpPr/>
          <p:nvPr/>
        </p:nvGrpSpPr>
        <p:grpSpPr>
          <a:xfrm>
            <a:off x="607481" y="444738"/>
            <a:ext cx="5114174" cy="3490573"/>
            <a:chOff x="708210" y="2861528"/>
            <a:chExt cx="5114174" cy="3490573"/>
          </a:xfrm>
        </p:grpSpPr>
        <p:pic>
          <p:nvPicPr>
            <p:cNvPr id="57" name="Graphic 56">
              <a:extLst>
                <a:ext uri="{FF2B5EF4-FFF2-40B4-BE49-F238E27FC236}">
                  <a16:creationId xmlns:a16="http://schemas.microsoft.com/office/drawing/2014/main" id="{4EEA9C2E-8B26-4078-274E-8D10F66275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708210" y="3362414"/>
              <a:ext cx="5114174" cy="2876722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81CEBF88-AB85-40A0-9E20-228111F9E1F3}"/>
                </a:ext>
              </a:extLst>
            </p:cNvPr>
            <p:cNvSpPr txBox="1"/>
            <p:nvPr/>
          </p:nvSpPr>
          <p:spPr>
            <a:xfrm>
              <a:off x="834625" y="2861528"/>
              <a:ext cx="72808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latin typeface="Avenir Light" panose="020B0402020203020204" pitchFamily="34" charset="77"/>
                </a:rPr>
                <a:t>Look</a:t>
              </a:r>
            </a:p>
            <a:p>
              <a:pPr algn="ctr"/>
              <a:r>
                <a:rPr lang="en-US" sz="1400" dirty="0">
                  <a:latin typeface="Avenir Light" panose="020B0402020203020204" pitchFamily="34" charset="77"/>
                </a:rPr>
                <a:t>at gain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521F93C5-D440-51B9-3062-0D88869653DE}"/>
                </a:ext>
              </a:extLst>
            </p:cNvPr>
            <p:cNvSpPr txBox="1"/>
            <p:nvPr/>
          </p:nvSpPr>
          <p:spPr>
            <a:xfrm>
              <a:off x="861180" y="5828881"/>
              <a:ext cx="68800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latin typeface="Avenir Light" panose="020B0402020203020204" pitchFamily="34" charset="77"/>
                </a:rPr>
                <a:t>Look</a:t>
              </a:r>
            </a:p>
            <a:p>
              <a:pPr algn="ctr"/>
              <a:r>
                <a:rPr lang="en-US" sz="1400" dirty="0">
                  <a:latin typeface="Avenir Light" panose="020B0402020203020204" pitchFamily="34" charset="77"/>
                </a:rPr>
                <a:t>at loss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3202226A-6377-EDF0-9034-72578B3F8957}"/>
              </a:ext>
            </a:extLst>
          </p:cNvPr>
          <p:cNvSpPr txBox="1"/>
          <p:nvPr/>
        </p:nvSpPr>
        <p:spPr>
          <a:xfrm>
            <a:off x="308815" y="145213"/>
            <a:ext cx="335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D97ECC-AEC1-4161-F344-2D18DFDB4969}"/>
              </a:ext>
            </a:extLst>
          </p:cNvPr>
          <p:cNvSpPr txBox="1"/>
          <p:nvPr/>
        </p:nvSpPr>
        <p:spPr>
          <a:xfrm>
            <a:off x="6114843" y="145213"/>
            <a:ext cx="3401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577A85-16EE-0988-E5D4-5BA1BDF5F288}"/>
              </a:ext>
            </a:extLst>
          </p:cNvPr>
          <p:cNvGrpSpPr/>
          <p:nvPr/>
        </p:nvGrpSpPr>
        <p:grpSpPr>
          <a:xfrm>
            <a:off x="308815" y="4223635"/>
            <a:ext cx="8931415" cy="2683117"/>
            <a:chOff x="308815" y="4223635"/>
            <a:chExt cx="8931415" cy="2683117"/>
          </a:xfrm>
        </p:grpSpPr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D0DA4ED3-A5A4-1108-7DEC-C1625B124E5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966010" y="4223635"/>
              <a:ext cx="2439198" cy="2683117"/>
            </a:xfrm>
            <a:prstGeom prst="rect">
              <a:avLst/>
            </a:prstGeom>
          </p:spPr>
        </p:pic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F42F8874-E660-558F-6A97-D28908C0B20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6801033" y="4223635"/>
              <a:ext cx="2439197" cy="2683117"/>
            </a:xfrm>
            <a:prstGeom prst="rect">
              <a:avLst/>
            </a:prstGeom>
          </p:spPr>
        </p:pic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1D28105-2F68-34EB-D0A0-5FBEBC24B741}"/>
                </a:ext>
              </a:extLst>
            </p:cNvPr>
            <p:cNvGrpSpPr/>
            <p:nvPr/>
          </p:nvGrpSpPr>
          <p:grpSpPr>
            <a:xfrm>
              <a:off x="5199730" y="4910411"/>
              <a:ext cx="1285339" cy="1663628"/>
              <a:chOff x="5300458" y="6901170"/>
              <a:chExt cx="1285339" cy="1663628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D5FE93CE-74D7-8C21-BBD7-4FA570DBFEAD}"/>
                  </a:ext>
                </a:extLst>
              </p:cNvPr>
              <p:cNvGrpSpPr/>
              <p:nvPr/>
            </p:nvGrpSpPr>
            <p:grpSpPr>
              <a:xfrm>
                <a:off x="5300458" y="6901170"/>
                <a:ext cx="1285339" cy="883602"/>
                <a:chOff x="1647646" y="1595561"/>
                <a:chExt cx="2113471" cy="1457864"/>
              </a:xfrm>
            </p:grpSpPr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8ADEE7B6-EE4A-CB73-CA73-F7BDF8334F81}"/>
                    </a:ext>
                  </a:extLst>
                </p:cNvPr>
                <p:cNvSpPr/>
                <p:nvPr/>
              </p:nvSpPr>
              <p:spPr>
                <a:xfrm>
                  <a:off x="1647646" y="1595561"/>
                  <a:ext cx="2113471" cy="1457864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E68DB23C-87FD-D2CB-F072-CF4884F73A96}"/>
                    </a:ext>
                  </a:extLst>
                </p:cNvPr>
                <p:cNvSpPr txBox="1"/>
                <p:nvPr/>
              </p:nvSpPr>
              <p:spPr>
                <a:xfrm>
                  <a:off x="1888447" y="1892860"/>
                  <a:ext cx="709557" cy="8632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800" b="1" dirty="0">
                      <a:solidFill>
                        <a:schemeClr val="bg1"/>
                      </a:solidFill>
                      <a:latin typeface="Avenir Light" panose="020B0402020203020204" pitchFamily="34" charset="77"/>
                    </a:rPr>
                    <a:t>+</a:t>
                  </a:r>
                </a:p>
              </p:txBody>
            </p:sp>
          </p:grp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8E97908-C70F-36AC-2CBB-598CA05B3F4A}"/>
                  </a:ext>
                </a:extLst>
              </p:cNvPr>
              <p:cNvSpPr txBox="1"/>
              <p:nvPr/>
            </p:nvSpPr>
            <p:spPr>
              <a:xfrm>
                <a:off x="6048294" y="7078592"/>
                <a:ext cx="31130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1">
                        <a:lumMod val="65000"/>
                      </a:schemeClr>
                    </a:solidFill>
                    <a:latin typeface="Avenir Light" panose="020B0402020203020204" pitchFamily="34" charset="77"/>
                  </a:rPr>
                  <a:t>-</a:t>
                </a:r>
              </a:p>
            </p:txBody>
          </p:sp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2E54DA69-F62A-BED4-25C3-B4472849066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619123" y="7950221"/>
                <a:ext cx="524884" cy="614577"/>
              </a:xfrm>
              <a:custGeom>
                <a:avLst/>
                <a:gdLst>
                  <a:gd name="connsiteX0" fmla="*/ 147926 w 710045"/>
                  <a:gd name="connsiteY0" fmla="*/ 207845 h 831379"/>
                  <a:gd name="connsiteX1" fmla="*/ 355023 w 710045"/>
                  <a:gd name="connsiteY1" fmla="*/ 0 h 831379"/>
                  <a:gd name="connsiteX2" fmla="*/ 562119 w 710045"/>
                  <a:gd name="connsiteY2" fmla="*/ 207845 h 831379"/>
                  <a:gd name="connsiteX3" fmla="*/ 355023 w 710045"/>
                  <a:gd name="connsiteY3" fmla="*/ 415690 h 831379"/>
                  <a:gd name="connsiteX4" fmla="*/ 147926 w 710045"/>
                  <a:gd name="connsiteY4" fmla="*/ 207845 h 831379"/>
                  <a:gd name="connsiteX5" fmla="*/ 355023 w 710045"/>
                  <a:gd name="connsiteY5" fmla="*/ 445382 h 831379"/>
                  <a:gd name="connsiteX6" fmla="*/ 0 w 710045"/>
                  <a:gd name="connsiteY6" fmla="*/ 801688 h 831379"/>
                  <a:gd name="connsiteX7" fmla="*/ 29585 w 710045"/>
                  <a:gd name="connsiteY7" fmla="*/ 831380 h 831379"/>
                  <a:gd name="connsiteX8" fmla="*/ 680460 w 710045"/>
                  <a:gd name="connsiteY8" fmla="*/ 831380 h 831379"/>
                  <a:gd name="connsiteX9" fmla="*/ 710045 w 710045"/>
                  <a:gd name="connsiteY9" fmla="*/ 801688 h 831379"/>
                  <a:gd name="connsiteX10" fmla="*/ 355023 w 710045"/>
                  <a:gd name="connsiteY10" fmla="*/ 445382 h 8313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10045" h="831379">
                    <a:moveTo>
                      <a:pt x="147926" y="207845"/>
                    </a:moveTo>
                    <a:cubicBezTo>
                      <a:pt x="147926" y="93238"/>
                      <a:pt x="240861" y="0"/>
                      <a:pt x="355023" y="0"/>
                    </a:cubicBezTo>
                    <a:cubicBezTo>
                      <a:pt x="469185" y="0"/>
                      <a:pt x="562119" y="93233"/>
                      <a:pt x="562119" y="207845"/>
                    </a:cubicBezTo>
                    <a:cubicBezTo>
                      <a:pt x="562119" y="322457"/>
                      <a:pt x="469185" y="415690"/>
                      <a:pt x="355023" y="415690"/>
                    </a:cubicBezTo>
                    <a:cubicBezTo>
                      <a:pt x="240861" y="415690"/>
                      <a:pt x="147926" y="322457"/>
                      <a:pt x="147926" y="207845"/>
                    </a:cubicBezTo>
                    <a:close/>
                    <a:moveTo>
                      <a:pt x="355023" y="445382"/>
                    </a:moveTo>
                    <a:cubicBezTo>
                      <a:pt x="159240" y="445382"/>
                      <a:pt x="0" y="605197"/>
                      <a:pt x="0" y="801688"/>
                    </a:cubicBezTo>
                    <a:cubicBezTo>
                      <a:pt x="0" y="818093"/>
                      <a:pt x="13239" y="831380"/>
                      <a:pt x="29585" y="831380"/>
                    </a:cubicBezTo>
                    <a:lnTo>
                      <a:pt x="680460" y="831380"/>
                    </a:lnTo>
                    <a:cubicBezTo>
                      <a:pt x="696806" y="831380"/>
                      <a:pt x="710045" y="818093"/>
                      <a:pt x="710045" y="801688"/>
                    </a:cubicBezTo>
                    <a:cubicBezTo>
                      <a:pt x="710045" y="605197"/>
                      <a:pt x="550806" y="445382"/>
                      <a:pt x="355023" y="445382"/>
                    </a:cubicBezTo>
                    <a:close/>
                  </a:path>
                </a:pathLst>
              </a:custGeom>
              <a:solidFill>
                <a:srgbClr val="000000"/>
              </a:solidFill>
              <a:ln w="943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1D60E79F-F78B-CD64-6795-9689AC24E27E}"/>
                  </a:ext>
                </a:extLst>
              </p:cNvPr>
              <p:cNvGrpSpPr/>
              <p:nvPr/>
            </p:nvGrpSpPr>
            <p:grpSpPr>
              <a:xfrm rot="559262" flipH="1">
                <a:off x="5941468" y="7446206"/>
                <a:ext cx="210805" cy="518498"/>
                <a:chOff x="5681703" y="7558233"/>
                <a:chExt cx="210805" cy="403443"/>
              </a:xfrm>
            </p:grpSpPr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CB5B76B2-9C03-C284-8DB0-34377E5F5B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5681703" y="7565676"/>
                  <a:ext cx="46678" cy="396000"/>
                </a:xfrm>
                <a:prstGeom prst="line">
                  <a:avLst/>
                </a:prstGeom>
                <a:ln w="19050">
                  <a:solidFill>
                    <a:srgbClr val="70CACE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0E48D4DC-FD83-14BD-DDEF-85E2F48C72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5749830" y="7558233"/>
                  <a:ext cx="142678" cy="360000"/>
                </a:xfrm>
                <a:prstGeom prst="line">
                  <a:avLst/>
                </a:prstGeom>
                <a:ln w="19050">
                  <a:solidFill>
                    <a:srgbClr val="70CACE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0E36FF79-797C-07A1-09E5-62654F15A363}"/>
                </a:ext>
              </a:extLst>
            </p:cNvPr>
            <p:cNvGrpSpPr/>
            <p:nvPr/>
          </p:nvGrpSpPr>
          <p:grpSpPr>
            <a:xfrm>
              <a:off x="379938" y="4910410"/>
              <a:ext cx="1285339" cy="1654825"/>
              <a:chOff x="480666" y="6901169"/>
              <a:chExt cx="1285339" cy="1654825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0BAC9404-5BD4-3B5E-2675-C12F3D6ED147}"/>
                  </a:ext>
                </a:extLst>
              </p:cNvPr>
              <p:cNvGrpSpPr/>
              <p:nvPr/>
            </p:nvGrpSpPr>
            <p:grpSpPr>
              <a:xfrm>
                <a:off x="480666" y="6901169"/>
                <a:ext cx="1285339" cy="883602"/>
                <a:chOff x="1647646" y="1595561"/>
                <a:chExt cx="2113471" cy="1457864"/>
              </a:xfrm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B566F629-B8B9-C548-F7A9-353E9EF36B49}"/>
                    </a:ext>
                  </a:extLst>
                </p:cNvPr>
                <p:cNvSpPr/>
                <p:nvPr/>
              </p:nvSpPr>
              <p:spPr>
                <a:xfrm>
                  <a:off x="1647646" y="1595561"/>
                  <a:ext cx="2113471" cy="1457864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5E4B60A-9DD4-D4BE-33F6-537692059EE9}"/>
                    </a:ext>
                  </a:extLst>
                </p:cNvPr>
                <p:cNvSpPr txBox="1"/>
                <p:nvPr/>
              </p:nvSpPr>
              <p:spPr>
                <a:xfrm>
                  <a:off x="1888447" y="1892860"/>
                  <a:ext cx="709557" cy="8632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800" b="1" dirty="0">
                      <a:solidFill>
                        <a:schemeClr val="bg1"/>
                      </a:solidFill>
                      <a:latin typeface="Avenir Light" panose="020B0402020203020204" pitchFamily="34" charset="77"/>
                    </a:rPr>
                    <a:t>+</a:t>
                  </a:r>
                </a:p>
              </p:txBody>
            </p:sp>
          </p:grp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32834A9-7325-DEC5-10A3-6244DF684E6E}"/>
                  </a:ext>
                </a:extLst>
              </p:cNvPr>
              <p:cNvSpPr txBox="1"/>
              <p:nvPr/>
            </p:nvSpPr>
            <p:spPr>
              <a:xfrm>
                <a:off x="1228502" y="7078591"/>
                <a:ext cx="31130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1">
                        <a:lumMod val="65000"/>
                      </a:schemeClr>
                    </a:solidFill>
                    <a:latin typeface="Avenir Light" panose="020B0402020203020204" pitchFamily="34" charset="77"/>
                  </a:rPr>
                  <a:t>-</a:t>
                </a:r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BA820562-9506-A1E0-4BA7-763DB77523B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96199" y="7941417"/>
                <a:ext cx="524884" cy="614577"/>
              </a:xfrm>
              <a:custGeom>
                <a:avLst/>
                <a:gdLst>
                  <a:gd name="connsiteX0" fmla="*/ 147926 w 710045"/>
                  <a:gd name="connsiteY0" fmla="*/ 207845 h 831379"/>
                  <a:gd name="connsiteX1" fmla="*/ 355023 w 710045"/>
                  <a:gd name="connsiteY1" fmla="*/ 0 h 831379"/>
                  <a:gd name="connsiteX2" fmla="*/ 562119 w 710045"/>
                  <a:gd name="connsiteY2" fmla="*/ 207845 h 831379"/>
                  <a:gd name="connsiteX3" fmla="*/ 355023 w 710045"/>
                  <a:gd name="connsiteY3" fmla="*/ 415690 h 831379"/>
                  <a:gd name="connsiteX4" fmla="*/ 147926 w 710045"/>
                  <a:gd name="connsiteY4" fmla="*/ 207845 h 831379"/>
                  <a:gd name="connsiteX5" fmla="*/ 355023 w 710045"/>
                  <a:gd name="connsiteY5" fmla="*/ 445382 h 831379"/>
                  <a:gd name="connsiteX6" fmla="*/ 0 w 710045"/>
                  <a:gd name="connsiteY6" fmla="*/ 801688 h 831379"/>
                  <a:gd name="connsiteX7" fmla="*/ 29585 w 710045"/>
                  <a:gd name="connsiteY7" fmla="*/ 831380 h 831379"/>
                  <a:gd name="connsiteX8" fmla="*/ 680460 w 710045"/>
                  <a:gd name="connsiteY8" fmla="*/ 831380 h 831379"/>
                  <a:gd name="connsiteX9" fmla="*/ 710045 w 710045"/>
                  <a:gd name="connsiteY9" fmla="*/ 801688 h 831379"/>
                  <a:gd name="connsiteX10" fmla="*/ 355023 w 710045"/>
                  <a:gd name="connsiteY10" fmla="*/ 445382 h 8313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10045" h="831379">
                    <a:moveTo>
                      <a:pt x="147926" y="207845"/>
                    </a:moveTo>
                    <a:cubicBezTo>
                      <a:pt x="147926" y="93238"/>
                      <a:pt x="240861" y="0"/>
                      <a:pt x="355023" y="0"/>
                    </a:cubicBezTo>
                    <a:cubicBezTo>
                      <a:pt x="469185" y="0"/>
                      <a:pt x="562119" y="93233"/>
                      <a:pt x="562119" y="207845"/>
                    </a:cubicBezTo>
                    <a:cubicBezTo>
                      <a:pt x="562119" y="322457"/>
                      <a:pt x="469185" y="415690"/>
                      <a:pt x="355023" y="415690"/>
                    </a:cubicBezTo>
                    <a:cubicBezTo>
                      <a:pt x="240861" y="415690"/>
                      <a:pt x="147926" y="322457"/>
                      <a:pt x="147926" y="207845"/>
                    </a:cubicBezTo>
                    <a:close/>
                    <a:moveTo>
                      <a:pt x="355023" y="445382"/>
                    </a:moveTo>
                    <a:cubicBezTo>
                      <a:pt x="159240" y="445382"/>
                      <a:pt x="0" y="605197"/>
                      <a:pt x="0" y="801688"/>
                    </a:cubicBezTo>
                    <a:cubicBezTo>
                      <a:pt x="0" y="818093"/>
                      <a:pt x="13239" y="831380"/>
                      <a:pt x="29585" y="831380"/>
                    </a:cubicBezTo>
                    <a:lnTo>
                      <a:pt x="680460" y="831380"/>
                    </a:lnTo>
                    <a:cubicBezTo>
                      <a:pt x="696806" y="831380"/>
                      <a:pt x="710045" y="818093"/>
                      <a:pt x="710045" y="801688"/>
                    </a:cubicBezTo>
                    <a:cubicBezTo>
                      <a:pt x="710045" y="605197"/>
                      <a:pt x="550806" y="445382"/>
                      <a:pt x="355023" y="445382"/>
                    </a:cubicBezTo>
                    <a:close/>
                  </a:path>
                </a:pathLst>
              </a:custGeom>
              <a:solidFill>
                <a:srgbClr val="000000"/>
              </a:solidFill>
              <a:ln w="943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12405091-E509-4FBC-982F-D58B0EB8F78B}"/>
                  </a:ext>
                </a:extLst>
              </p:cNvPr>
              <p:cNvGrpSpPr/>
              <p:nvPr/>
            </p:nvGrpSpPr>
            <p:grpSpPr>
              <a:xfrm>
                <a:off x="858779" y="7429652"/>
                <a:ext cx="210805" cy="523220"/>
                <a:chOff x="858779" y="7549429"/>
                <a:chExt cx="210805" cy="403443"/>
              </a:xfrm>
            </p:grpSpPr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D38DDD0E-F5A7-C878-D050-A92621AC59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58779" y="7556872"/>
                  <a:ext cx="46678" cy="396000"/>
                </a:xfrm>
                <a:prstGeom prst="line">
                  <a:avLst/>
                </a:prstGeom>
                <a:ln w="19050">
                  <a:solidFill>
                    <a:srgbClr val="4055A5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31863516-5264-8AD9-7E40-E23CFA4A0A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926906" y="7549429"/>
                  <a:ext cx="142678" cy="360000"/>
                </a:xfrm>
                <a:prstGeom prst="line">
                  <a:avLst/>
                </a:prstGeom>
                <a:ln w="19050">
                  <a:solidFill>
                    <a:srgbClr val="4055A5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80B6CFE-2A86-DDF5-755E-301EDD3D18AD}"/>
                </a:ext>
              </a:extLst>
            </p:cNvPr>
            <p:cNvSpPr txBox="1"/>
            <p:nvPr/>
          </p:nvSpPr>
          <p:spPr>
            <a:xfrm>
              <a:off x="308815" y="4288327"/>
              <a:ext cx="3626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32B4431-EDE8-96E4-49BA-13219708C563}"/>
                </a:ext>
              </a:extLst>
            </p:cNvPr>
            <p:cNvSpPr txBox="1"/>
            <p:nvPr/>
          </p:nvSpPr>
          <p:spPr>
            <a:xfrm>
              <a:off x="5110050" y="4288327"/>
              <a:ext cx="3609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92215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439</TotalTime>
  <Words>15</Words>
  <Application>Microsoft Macintosh PowerPoint</Application>
  <PresentationFormat>Custom</PresentationFormat>
  <Paragraphs>13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Avenir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Simone D'Ambrogio</dc:creator>
  <cp:lastModifiedBy>Simone D'Ambrogio</cp:lastModifiedBy>
  <cp:revision>87</cp:revision>
  <dcterms:created xsi:type="dcterms:W3CDTF">2025-04-04T12:37:33Z</dcterms:created>
  <dcterms:modified xsi:type="dcterms:W3CDTF">2025-07-05T17:51:42Z</dcterms:modified>
</cp:coreProperties>
</file>